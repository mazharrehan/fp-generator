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74" r:id="rId1"/>
  </p:sldMasterIdLst>
  <p:notesMasterIdLst>
    <p:notesMasterId r:id="rId16"/>
  </p:notesMasterIdLst>
  <p:sldIdLst>
    <p:sldId id="256" r:id="rId2"/>
    <p:sldId id="271" r:id="rId3"/>
    <p:sldId id="257" r:id="rId4"/>
    <p:sldId id="265" r:id="rId5"/>
    <p:sldId id="273" r:id="rId6"/>
    <p:sldId id="258" r:id="rId7"/>
    <p:sldId id="266" r:id="rId8"/>
    <p:sldId id="263" r:id="rId9"/>
    <p:sldId id="267" r:id="rId10"/>
    <p:sldId id="274" r:id="rId11"/>
    <p:sldId id="272" r:id="rId12"/>
    <p:sldId id="269" r:id="rId13"/>
    <p:sldId id="262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D19C74-E812-4A4C-DACA-796C8B2EA3AF}" v="84" dt="2025-01-31T22:12:40.383"/>
    <p1510:client id="{BDEC24E1-689C-327D-C694-4D5AF466EB1E}" v="10" dt="2025-01-31T17:19:38.874"/>
    <p1510:client id="{EFE5FC27-F8DD-DB9E-140E-8ACCB5D445F0}" v="89" dt="2025-01-31T17:16:49.3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581" autoAdjust="0"/>
  </p:normalViewPr>
  <p:slideViewPr>
    <p:cSldViewPr snapToGrid="0" snapToObjects="1">
      <p:cViewPr varScale="1">
        <p:scale>
          <a:sx n="85" d="100"/>
          <a:sy n="85" d="100"/>
        </p:scale>
        <p:origin x="279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1F21BSSE0183 - Muhammad Mazhar Rehan" userId="S::l1f21bsse0183@ucp.edu.pk::d35b5143-3090-4620-a64b-e91cdc3fad01" providerId="AD" clId="Web-{5EF72638-CD46-61AC-064B-6258849B8100}"/>
    <pc:docChg chg="addSld modSld">
      <pc:chgData name="L1F21BSSE0183 - Muhammad Mazhar Rehan" userId="S::l1f21bsse0183@ucp.edu.pk::d35b5143-3090-4620-a64b-e91cdc3fad01" providerId="AD" clId="Web-{5EF72638-CD46-61AC-064B-6258849B8100}" dt="2024-08-08T19:03:22.739" v="134" actId="20577"/>
      <pc:docMkLst>
        <pc:docMk/>
      </pc:docMkLst>
      <pc:sldChg chg="addSp delSp modSp">
        <pc:chgData name="L1F21BSSE0183 - Muhammad Mazhar Rehan" userId="S::l1f21bsse0183@ucp.edu.pk::d35b5143-3090-4620-a64b-e91cdc3fad01" providerId="AD" clId="Web-{5EF72638-CD46-61AC-064B-6258849B8100}" dt="2024-08-08T18:23:37.293" v="24" actId="1076"/>
        <pc:sldMkLst>
          <pc:docMk/>
          <pc:sldMk cId="0" sldId="257"/>
        </pc:sldMkLst>
        <pc:spChg chg="mod">
          <ac:chgData name="L1F21BSSE0183 - Muhammad Mazhar Rehan" userId="S::l1f21bsse0183@ucp.edu.pk::d35b5143-3090-4620-a64b-e91cdc3fad01" providerId="AD" clId="Web-{5EF72638-CD46-61AC-064B-6258849B8100}" dt="2024-08-08T18:23:16.996" v="21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5EF72638-CD46-61AC-064B-6258849B8100}" dt="2024-08-08T18:23:16.996" v="21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L1F21BSSE0183 - Muhammad Mazhar Rehan" userId="S::l1f21bsse0183@ucp.edu.pk::d35b5143-3090-4620-a64b-e91cdc3fad01" providerId="AD" clId="Web-{5EF72638-CD46-61AC-064B-6258849B8100}" dt="2024-08-08T18:21:13.523" v="6"/>
          <ac:spMkLst>
            <pc:docMk/>
            <pc:sldMk cId="0" sldId="257"/>
            <ac:spMk id="5" creationId="{16E44B25-66F0-1E72-0445-0BA6629AADAC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23:16.996" v="21"/>
          <ac:spMkLst>
            <pc:docMk/>
            <pc:sldMk cId="0" sldId="257"/>
            <ac:spMk id="8" creationId="{DBF61EA3-B236-439E-9C0B-340980D56BEE}"/>
          </ac:spMkLst>
        </pc:spChg>
        <pc:spChg chg="add del mod">
          <ac:chgData name="L1F21BSSE0183 - Muhammad Mazhar Rehan" userId="S::l1f21bsse0183@ucp.edu.pk::d35b5143-3090-4620-a64b-e91cdc3fad01" providerId="AD" clId="Web-{5EF72638-CD46-61AC-064B-6258849B8100}" dt="2024-08-08T18:22:02.759" v="13"/>
          <ac:spMkLst>
            <pc:docMk/>
            <pc:sldMk cId="0" sldId="257"/>
            <ac:spMk id="9" creationId="{AC257822-04F3-5110-E6BC-26D4F6763301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23:16.996" v="21"/>
          <ac:spMkLst>
            <pc:docMk/>
            <pc:sldMk cId="0" sldId="257"/>
            <ac:spMk id="14" creationId="{E659831F-0D9A-4C63-9EBB-8435B85A440F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23:16.996" v="21"/>
          <ac:spMkLst>
            <pc:docMk/>
            <pc:sldMk cId="0" sldId="257"/>
            <ac:spMk id="19" creationId="{327D73B4-9F5C-4A64-A179-51B9500CB8B5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23:16.996" v="21"/>
          <ac:spMkLst>
            <pc:docMk/>
            <pc:sldMk cId="0" sldId="257"/>
            <ac:spMk id="21" creationId="{C1F06963-6374-4B48-844F-071A9BAAAE02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23:16.996" v="21"/>
          <ac:spMkLst>
            <pc:docMk/>
            <pc:sldMk cId="0" sldId="257"/>
            <ac:spMk id="23" creationId="{6CB927A4-E432-4310-9CD5-E89FF5063179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23:16.996" v="21"/>
          <ac:spMkLst>
            <pc:docMk/>
            <pc:sldMk cId="0" sldId="257"/>
            <ac:spMk id="25" creationId="{1453BF6C-B012-48B7-B4E8-6D7AC7C27D02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23:16.996" v="21"/>
          <ac:spMkLst>
            <pc:docMk/>
            <pc:sldMk cId="0" sldId="257"/>
            <ac:spMk id="27" creationId="{E3020543-B24B-4EC4-8FFC-8DD88EEA91A8}"/>
          </ac:spMkLst>
        </pc:spChg>
        <pc:grpChg chg="add del">
          <ac:chgData name="L1F21BSSE0183 - Muhammad Mazhar Rehan" userId="S::l1f21bsse0183@ucp.edu.pk::d35b5143-3090-4620-a64b-e91cdc3fad01" providerId="AD" clId="Web-{5EF72638-CD46-61AC-064B-6258849B8100}" dt="2024-08-08T18:23:16.996" v="21"/>
          <ac:grpSpMkLst>
            <pc:docMk/>
            <pc:sldMk cId="0" sldId="257"/>
            <ac:grpSpMk id="10" creationId="{28FAF094-D087-493F-8DF9-A486C2D6BBAA}"/>
          </ac:grpSpMkLst>
        </pc:grpChg>
        <pc:picChg chg="add del mod">
          <ac:chgData name="L1F21BSSE0183 - Muhammad Mazhar Rehan" userId="S::l1f21bsse0183@ucp.edu.pk::d35b5143-3090-4620-a64b-e91cdc3fad01" providerId="AD" clId="Web-{5EF72638-CD46-61AC-064B-6258849B8100}" dt="2024-08-08T18:21:13.523" v="7"/>
          <ac:picMkLst>
            <pc:docMk/>
            <pc:sldMk cId="0" sldId="257"/>
            <ac:picMk id="4" creationId="{60E2BA9D-4F69-CFDD-657B-F99237ECC579}"/>
          </ac:picMkLst>
        </pc:picChg>
        <pc:picChg chg="add mod">
          <ac:chgData name="L1F21BSSE0183 - Muhammad Mazhar Rehan" userId="S::l1f21bsse0183@ucp.edu.pk::d35b5143-3090-4620-a64b-e91cdc3fad01" providerId="AD" clId="Web-{5EF72638-CD46-61AC-064B-6258849B8100}" dt="2024-08-08T18:23:37.293" v="24" actId="1076"/>
          <ac:picMkLst>
            <pc:docMk/>
            <pc:sldMk cId="0" sldId="257"/>
            <ac:picMk id="7" creationId="{83A1770E-F2C9-F6D2-D86B-C77B1C158197}"/>
          </ac:picMkLst>
        </pc:picChg>
        <pc:cxnChg chg="add del">
          <ac:chgData name="L1F21BSSE0183 - Muhammad Mazhar Rehan" userId="S::l1f21bsse0183@ucp.edu.pk::d35b5143-3090-4620-a64b-e91cdc3fad01" providerId="AD" clId="Web-{5EF72638-CD46-61AC-064B-6258849B8100}" dt="2024-08-08T18:23:16.996" v="21"/>
          <ac:cxnSpMkLst>
            <pc:docMk/>
            <pc:sldMk cId="0" sldId="257"/>
            <ac:cxnSpMk id="29" creationId="{C49DA8F6-BCC1-4447-B54C-57856834B94B}"/>
          </ac:cxnSpMkLst>
        </pc:cxnChg>
      </pc:sldChg>
      <pc:sldChg chg="addSp delSp modSp">
        <pc:chgData name="L1F21BSSE0183 - Muhammad Mazhar Rehan" userId="S::l1f21bsse0183@ucp.edu.pk::d35b5143-3090-4620-a64b-e91cdc3fad01" providerId="AD" clId="Web-{5EF72638-CD46-61AC-064B-6258849B8100}" dt="2024-08-08T18:42:45" v="59"/>
        <pc:sldMkLst>
          <pc:docMk/>
          <pc:sldMk cId="0" sldId="258"/>
        </pc:sldMkLst>
        <pc:spChg chg="mod">
          <ac:chgData name="L1F21BSSE0183 - Muhammad Mazhar Rehan" userId="S::l1f21bsse0183@ucp.edu.pk::d35b5143-3090-4620-a64b-e91cdc3fad01" providerId="AD" clId="Web-{5EF72638-CD46-61AC-064B-6258849B8100}" dt="2024-08-08T18:42:45" v="59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5EF72638-CD46-61AC-064B-6258849B8100}" dt="2024-08-08T18:42:45" v="59"/>
          <ac:spMkLst>
            <pc:docMk/>
            <pc:sldMk cId="0" sldId="258"/>
            <ac:spMk id="3" creationId="{00000000-0000-0000-0000-000000000000}"/>
          </ac:spMkLst>
        </pc:spChg>
        <pc:spChg chg="del">
          <ac:chgData name="L1F21BSSE0183 - Muhammad Mazhar Rehan" userId="S::l1f21bsse0183@ucp.edu.pk::d35b5143-3090-4620-a64b-e91cdc3fad01" providerId="AD" clId="Web-{5EF72638-CD46-61AC-064B-6258849B8100}" dt="2024-08-08T18:40:16.071" v="56"/>
          <ac:spMkLst>
            <pc:docMk/>
            <pc:sldMk cId="0" sldId="258"/>
            <ac:spMk id="41" creationId="{3756B343-807D-456E-AA26-80E96B75D13B}"/>
          </ac:spMkLst>
        </pc:spChg>
        <pc:spChg chg="del">
          <ac:chgData name="L1F21BSSE0183 - Muhammad Mazhar Rehan" userId="S::l1f21bsse0183@ucp.edu.pk::d35b5143-3090-4620-a64b-e91cdc3fad01" providerId="AD" clId="Web-{5EF72638-CD46-61AC-064B-6258849B8100}" dt="2024-08-08T18:40:16.071" v="56"/>
          <ac:spMkLst>
            <pc:docMk/>
            <pc:sldMk cId="0" sldId="258"/>
            <ac:spMk id="42" creationId="{08980754-6F4B-43C9-B9BE-127B6BED6586}"/>
          </ac:spMkLst>
        </pc:spChg>
        <pc:spChg chg="del">
          <ac:chgData name="L1F21BSSE0183 - Muhammad Mazhar Rehan" userId="S::l1f21bsse0183@ucp.edu.pk::d35b5143-3090-4620-a64b-e91cdc3fad01" providerId="AD" clId="Web-{5EF72638-CD46-61AC-064B-6258849B8100}" dt="2024-08-08T18:40:16.071" v="56"/>
          <ac:spMkLst>
            <pc:docMk/>
            <pc:sldMk cId="0" sldId="258"/>
            <ac:spMk id="43" creationId="{2C1BBA94-3F40-40AA-8BB9-E69E25E537C1}"/>
          </ac:spMkLst>
        </pc:spChg>
        <pc:spChg chg="del">
          <ac:chgData name="L1F21BSSE0183 - Muhammad Mazhar Rehan" userId="S::l1f21bsse0183@ucp.edu.pk::d35b5143-3090-4620-a64b-e91cdc3fad01" providerId="AD" clId="Web-{5EF72638-CD46-61AC-064B-6258849B8100}" dt="2024-08-08T18:40:16.071" v="56"/>
          <ac:spMkLst>
            <pc:docMk/>
            <pc:sldMk cId="0" sldId="258"/>
            <ac:spMk id="44" creationId="{169CC832-2974-4E8D-90ED-3E2941BA7336}"/>
          </ac:spMkLst>
        </pc:spChg>
        <pc:spChg chg="del">
          <ac:chgData name="L1F21BSSE0183 - Muhammad Mazhar Rehan" userId="S::l1f21bsse0183@ucp.edu.pk::d35b5143-3090-4620-a64b-e91cdc3fad01" providerId="AD" clId="Web-{5EF72638-CD46-61AC-064B-6258849B8100}" dt="2024-08-08T18:40:16.071" v="56"/>
          <ac:spMkLst>
            <pc:docMk/>
            <pc:sldMk cId="0" sldId="258"/>
            <ac:spMk id="45" creationId="{55222F96-971A-4F90-B841-6BAB416C7AC1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8:42:45" v="59"/>
          <ac:spMkLst>
            <pc:docMk/>
            <pc:sldMk cId="0" sldId="258"/>
            <ac:spMk id="57" creationId="{2EB492CD-616E-47F8-933B-5E2D952A0593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8:42:45" v="59"/>
          <ac:spMkLst>
            <pc:docMk/>
            <pc:sldMk cId="0" sldId="258"/>
            <ac:spMk id="59" creationId="{59383CF9-23B5-4335-9B21-1791C4CF1C75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8:42:45" v="59"/>
          <ac:spMkLst>
            <pc:docMk/>
            <pc:sldMk cId="0" sldId="258"/>
            <ac:spMk id="61" creationId="{0007FE00-9498-4706-B255-6437B0252C02}"/>
          </ac:spMkLst>
        </pc:spChg>
        <pc:grpChg chg="add del">
          <ac:chgData name="L1F21BSSE0183 - Muhammad Mazhar Rehan" userId="S::l1f21bsse0183@ucp.edu.pk::d35b5143-3090-4620-a64b-e91cdc3fad01" providerId="AD" clId="Web-{5EF72638-CD46-61AC-064B-6258849B8100}" dt="2024-08-08T18:42:45" v="59"/>
          <ac:grpSpMkLst>
            <pc:docMk/>
            <pc:sldMk cId="0" sldId="258"/>
            <ac:grpSpMk id="50" creationId="{6258F736-B256-8039-9DC6-F4E49A5C5AD5}"/>
          </ac:grpSpMkLst>
        </pc:grpChg>
        <pc:picChg chg="add mod modCrop">
          <ac:chgData name="L1F21BSSE0183 - Muhammad Mazhar Rehan" userId="S::l1f21bsse0183@ucp.edu.pk::d35b5143-3090-4620-a64b-e91cdc3fad01" providerId="AD" clId="Web-{5EF72638-CD46-61AC-064B-6258849B8100}" dt="2024-08-08T18:42:45" v="59"/>
          <ac:picMkLst>
            <pc:docMk/>
            <pc:sldMk cId="0" sldId="258"/>
            <ac:picMk id="4" creationId="{AB827E45-811B-3E7A-A871-45392D076436}"/>
          </ac:picMkLst>
        </pc:picChg>
      </pc:sldChg>
      <pc:sldChg chg="addSp delSp modSp">
        <pc:chgData name="L1F21BSSE0183 - Muhammad Mazhar Rehan" userId="S::l1f21bsse0183@ucp.edu.pk::d35b5143-3090-4620-a64b-e91cdc3fad01" providerId="AD" clId="Web-{5EF72638-CD46-61AC-064B-6258849B8100}" dt="2024-08-08T18:52:14.522" v="77"/>
        <pc:sldMkLst>
          <pc:docMk/>
          <pc:sldMk cId="0" sldId="259"/>
        </pc:sldMkLst>
        <pc:spChg chg="mod">
          <ac:chgData name="L1F21BSSE0183 - Muhammad Mazhar Rehan" userId="S::l1f21bsse0183@ucp.edu.pk::d35b5143-3090-4620-a64b-e91cdc3fad01" providerId="AD" clId="Web-{5EF72638-CD46-61AC-064B-6258849B8100}" dt="2024-08-08T18:52:14.522" v="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L1F21BSSE0183 - Muhammad Mazhar Rehan" userId="S::l1f21bsse0183@ucp.edu.pk::d35b5143-3090-4620-a64b-e91cdc3fad01" providerId="AD" clId="Web-{5EF72638-CD46-61AC-064B-6258849B8100}" dt="2024-08-08T18:52:14.522" v="77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2:14.522" v="77"/>
          <ac:spMkLst>
            <pc:docMk/>
            <pc:sldMk cId="0" sldId="259"/>
            <ac:spMk id="8" creationId="{8B9AA7C6-5E5A-498E-A6DF-A943376E09BC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2:14.522" v="77"/>
          <ac:spMkLst>
            <pc:docMk/>
            <pc:sldMk cId="0" sldId="259"/>
            <ac:spMk id="14" creationId="{81E140AE-0ABF-47C8-BF32-7D2F0CF2BA44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2:14.522" v="77"/>
          <ac:spMkLst>
            <pc:docMk/>
            <pc:sldMk cId="0" sldId="259"/>
            <ac:spMk id="16" creationId="{CBC4F608-B4B8-48C3-9572-C0F061B1CD99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2:14.522" v="77"/>
          <ac:spMkLst>
            <pc:docMk/>
            <pc:sldMk cId="0" sldId="259"/>
            <ac:spMk id="21" creationId="{081EA652-8C6A-4E69-BEB9-170809474553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2:14.522" v="77"/>
          <ac:spMkLst>
            <pc:docMk/>
            <pc:sldMk cId="0" sldId="259"/>
            <ac:spMk id="23" creationId="{5298780A-33B9-4EA2-8F67-DE68AD62841B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2:14.522" v="77"/>
          <ac:spMkLst>
            <pc:docMk/>
            <pc:sldMk cId="0" sldId="259"/>
            <ac:spMk id="25" creationId="{7F488E8B-4E1E-4402-8935-D4E6C02615C7}"/>
          </ac:spMkLst>
        </pc:spChg>
        <pc:grpChg chg="add del">
          <ac:chgData name="L1F21BSSE0183 - Muhammad Mazhar Rehan" userId="S::l1f21bsse0183@ucp.edu.pk::d35b5143-3090-4620-a64b-e91cdc3fad01" providerId="AD" clId="Web-{5EF72638-CD46-61AC-064B-6258849B8100}" dt="2024-08-08T18:52:14.522" v="77"/>
          <ac:grpSpMkLst>
            <pc:docMk/>
            <pc:sldMk cId="0" sldId="259"/>
            <ac:grpSpMk id="10" creationId="{83EAB11A-76F7-48F4-9B4F-5BFDF4BF9670}"/>
          </ac:grpSpMkLst>
        </pc:grpChg>
        <pc:cxnChg chg="add del">
          <ac:chgData name="L1F21BSSE0183 - Muhammad Mazhar Rehan" userId="S::l1f21bsse0183@ucp.edu.pk::d35b5143-3090-4620-a64b-e91cdc3fad01" providerId="AD" clId="Web-{5EF72638-CD46-61AC-064B-6258849B8100}" dt="2024-08-08T18:52:14.522" v="77"/>
          <ac:cxnSpMkLst>
            <pc:docMk/>
            <pc:sldMk cId="0" sldId="259"/>
            <ac:cxnSpMk id="27" creationId="{23AAC9B5-8015-485C-ACF9-A750390E9A56}"/>
          </ac:cxnSpMkLst>
        </pc:cxnChg>
      </pc:sldChg>
      <pc:sldChg chg="addSp delSp modSp">
        <pc:chgData name="L1F21BSSE0183 - Muhammad Mazhar Rehan" userId="S::l1f21bsse0183@ucp.edu.pk::d35b5143-3090-4620-a64b-e91cdc3fad01" providerId="AD" clId="Web-{5EF72638-CD46-61AC-064B-6258849B8100}" dt="2024-08-08T18:56:34.954" v="95"/>
        <pc:sldMkLst>
          <pc:docMk/>
          <pc:sldMk cId="0" sldId="260"/>
        </pc:sldMkLst>
        <pc:spChg chg="mod">
          <ac:chgData name="L1F21BSSE0183 - Muhammad Mazhar Rehan" userId="S::l1f21bsse0183@ucp.edu.pk::d35b5143-3090-4620-a64b-e91cdc3fad01" providerId="AD" clId="Web-{5EF72638-CD46-61AC-064B-6258849B8100}" dt="2024-08-08T18:56:34.954" v="95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5EF72638-CD46-61AC-064B-6258849B8100}" dt="2024-08-08T18:56:34.954" v="95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L1F21BSSE0183 - Muhammad Mazhar Rehan" userId="S::l1f21bsse0183@ucp.edu.pk::d35b5143-3090-4620-a64b-e91cdc3fad01" providerId="AD" clId="Web-{5EF72638-CD46-61AC-064B-6258849B8100}" dt="2024-08-08T18:53:03.196" v="84"/>
          <ac:spMkLst>
            <pc:docMk/>
            <pc:sldMk cId="0" sldId="260"/>
            <ac:spMk id="5" creationId="{0DEF636D-3E48-256E-B98E-043AE372C65B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6:34.954" v="95"/>
          <ac:spMkLst>
            <pc:docMk/>
            <pc:sldMk cId="0" sldId="260"/>
            <ac:spMk id="8" creationId="{B6CDA21F-E7AF-4C75-8395-33F58D5B0E45}"/>
          </ac:spMkLst>
        </pc:spChg>
        <pc:spChg chg="add del mod">
          <ac:chgData name="L1F21BSSE0183 - Muhammad Mazhar Rehan" userId="S::l1f21bsse0183@ucp.edu.pk::d35b5143-3090-4620-a64b-e91cdc3fad01" providerId="AD" clId="Web-{5EF72638-CD46-61AC-064B-6258849B8100}" dt="2024-08-08T18:55:54.828" v="92"/>
          <ac:spMkLst>
            <pc:docMk/>
            <pc:sldMk cId="0" sldId="260"/>
            <ac:spMk id="9" creationId="{6EE2C3F3-146A-28CF-4D39-B2817F2DA8A9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6:34.954" v="95"/>
          <ac:spMkLst>
            <pc:docMk/>
            <pc:sldMk cId="0" sldId="260"/>
            <ac:spMk id="15" creationId="{D5B0017B-2ECA-49AF-B397-DC140825DF8D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6:34.938" v="94"/>
          <ac:spMkLst>
            <pc:docMk/>
            <pc:sldMk cId="0" sldId="260"/>
            <ac:spMk id="23" creationId="{2EB492CD-616E-47F8-933B-5E2D952A0593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6:34.938" v="94"/>
          <ac:spMkLst>
            <pc:docMk/>
            <pc:sldMk cId="0" sldId="260"/>
            <ac:spMk id="25" creationId="{59383CF9-23B5-4335-9B21-1791C4CF1C75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56:34.938" v="94"/>
          <ac:spMkLst>
            <pc:docMk/>
            <pc:sldMk cId="0" sldId="260"/>
            <ac:spMk id="27" creationId="{0007FE00-9498-4706-B255-6437B0252C02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8:56:34.954" v="95"/>
          <ac:spMkLst>
            <pc:docMk/>
            <pc:sldMk cId="0" sldId="260"/>
            <ac:spMk id="29" creationId="{DB304A14-32D0-4873-B914-423ED7B8DAFD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8:56:34.954" v="95"/>
          <ac:spMkLst>
            <pc:docMk/>
            <pc:sldMk cId="0" sldId="260"/>
            <ac:spMk id="30" creationId="{1D460C86-854F-4FB3-ABC2-E823D8FEB9DB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8:56:34.954" v="95"/>
          <ac:spMkLst>
            <pc:docMk/>
            <pc:sldMk cId="0" sldId="260"/>
            <ac:spMk id="31" creationId="{BB48116A-278A-4CC5-89D3-9DE8E8FF1245}"/>
          </ac:spMkLst>
        </pc:spChg>
        <pc:grpChg chg="add del">
          <ac:chgData name="L1F21BSSE0183 - Muhammad Mazhar Rehan" userId="S::l1f21bsse0183@ucp.edu.pk::d35b5143-3090-4620-a64b-e91cdc3fad01" providerId="AD" clId="Web-{5EF72638-CD46-61AC-064B-6258849B8100}" dt="2024-08-08T18:56:34.954" v="95"/>
          <ac:grpSpMkLst>
            <pc:docMk/>
            <pc:sldMk cId="0" sldId="260"/>
            <ac:grpSpMk id="10" creationId="{AE1C45F0-260A-458C-96ED-C1F6D2151219}"/>
          </ac:grpSpMkLst>
        </pc:grpChg>
        <pc:picChg chg="add del mod">
          <ac:chgData name="L1F21BSSE0183 - Muhammad Mazhar Rehan" userId="S::l1f21bsse0183@ucp.edu.pk::d35b5143-3090-4620-a64b-e91cdc3fad01" providerId="AD" clId="Web-{5EF72638-CD46-61AC-064B-6258849B8100}" dt="2024-08-08T18:53:03.196" v="85"/>
          <ac:picMkLst>
            <pc:docMk/>
            <pc:sldMk cId="0" sldId="260"/>
            <ac:picMk id="4" creationId="{CFF20AD6-25D8-78E6-CFAE-7D8CEC23DB72}"/>
          </ac:picMkLst>
        </pc:picChg>
        <pc:picChg chg="add mod">
          <ac:chgData name="L1F21BSSE0183 - Muhammad Mazhar Rehan" userId="S::l1f21bsse0183@ucp.edu.pk::d35b5143-3090-4620-a64b-e91cdc3fad01" providerId="AD" clId="Web-{5EF72638-CD46-61AC-064B-6258849B8100}" dt="2024-08-08T18:56:34.954" v="95"/>
          <ac:picMkLst>
            <pc:docMk/>
            <pc:sldMk cId="0" sldId="260"/>
            <ac:picMk id="7" creationId="{6B5CF64A-D3A7-BB43-883E-9944D1E054E7}"/>
          </ac:picMkLst>
        </pc:picChg>
        <pc:cxnChg chg="add del">
          <ac:chgData name="L1F21BSSE0183 - Muhammad Mazhar Rehan" userId="S::l1f21bsse0183@ucp.edu.pk::d35b5143-3090-4620-a64b-e91cdc3fad01" providerId="AD" clId="Web-{5EF72638-CD46-61AC-064B-6258849B8100}" dt="2024-08-08T18:56:34.954" v="95"/>
          <ac:cxnSpMkLst>
            <pc:docMk/>
            <pc:sldMk cId="0" sldId="260"/>
            <ac:cxnSpMk id="17" creationId="{6CF1BAF6-AD41-4082-B212-8A1F9A2E8779}"/>
          </ac:cxnSpMkLst>
        </pc:cxnChg>
      </pc:sldChg>
      <pc:sldChg chg="addSp delSp modSp">
        <pc:chgData name="L1F21BSSE0183 - Muhammad Mazhar Rehan" userId="S::l1f21bsse0183@ucp.edu.pk::d35b5143-3090-4620-a64b-e91cdc3fad01" providerId="AD" clId="Web-{5EF72638-CD46-61AC-064B-6258849B8100}" dt="2024-08-08T18:58:18.223" v="96"/>
        <pc:sldMkLst>
          <pc:docMk/>
          <pc:sldMk cId="0" sldId="261"/>
        </pc:sldMkLst>
        <pc:spChg chg="mod">
          <ac:chgData name="L1F21BSSE0183 - Muhammad Mazhar Rehan" userId="S::l1f21bsse0183@ucp.edu.pk::d35b5143-3090-4620-a64b-e91cdc3fad01" providerId="AD" clId="Web-{5EF72638-CD46-61AC-064B-6258849B8100}" dt="2024-08-08T18:58:18.223" v="96"/>
          <ac:spMkLst>
            <pc:docMk/>
            <pc:sldMk cId="0" sldId="261"/>
            <ac:spMk id="2" creationId="{00000000-0000-0000-0000-000000000000}"/>
          </ac:spMkLst>
        </pc:spChg>
        <pc:spChg chg="del">
          <ac:chgData name="L1F21BSSE0183 - Muhammad Mazhar Rehan" userId="S::l1f21bsse0183@ucp.edu.pk::d35b5143-3090-4620-a64b-e91cdc3fad01" providerId="AD" clId="Web-{5EF72638-CD46-61AC-064B-6258849B8100}" dt="2024-08-08T18:58:18.223" v="96"/>
          <ac:spMkLst>
            <pc:docMk/>
            <pc:sldMk cId="0" sldId="261"/>
            <ac:spMk id="3" creationId="{00000000-0000-0000-0000-000000000000}"/>
          </ac:spMkLst>
        </pc:spChg>
        <pc:spChg chg="del">
          <ac:chgData name="L1F21BSSE0183 - Muhammad Mazhar Rehan" userId="S::l1f21bsse0183@ucp.edu.pk::d35b5143-3090-4620-a64b-e91cdc3fad01" providerId="AD" clId="Web-{5EF72638-CD46-61AC-064B-6258849B8100}" dt="2024-08-08T18:58:18.223" v="96"/>
          <ac:spMkLst>
            <pc:docMk/>
            <pc:sldMk cId="0" sldId="261"/>
            <ac:spMk id="20" creationId="{DBF61EA3-B236-439E-9C0B-340980D56BEE}"/>
          </ac:spMkLst>
        </pc:spChg>
        <pc:spChg chg="del">
          <ac:chgData name="L1F21BSSE0183 - Muhammad Mazhar Rehan" userId="S::l1f21bsse0183@ucp.edu.pk::d35b5143-3090-4620-a64b-e91cdc3fad01" providerId="AD" clId="Web-{5EF72638-CD46-61AC-064B-6258849B8100}" dt="2024-08-08T18:58:18.223" v="96"/>
          <ac:spMkLst>
            <pc:docMk/>
            <pc:sldMk cId="0" sldId="261"/>
            <ac:spMk id="22" creationId="{E659831F-0D9A-4C63-9EBB-8435B85A440F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8:58:18.223" v="96"/>
          <ac:spMkLst>
            <pc:docMk/>
            <pc:sldMk cId="0" sldId="261"/>
            <ac:spMk id="29" creationId="{DB304A14-32D0-4873-B914-423ED7B8DAFD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8:58:18.223" v="96"/>
          <ac:spMkLst>
            <pc:docMk/>
            <pc:sldMk cId="0" sldId="261"/>
            <ac:spMk id="31" creationId="{1D460C86-854F-4FB3-ABC2-E823D8FEB9DB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8:58:18.223" v="96"/>
          <ac:spMkLst>
            <pc:docMk/>
            <pc:sldMk cId="0" sldId="261"/>
            <ac:spMk id="33" creationId="{BB48116A-278A-4CC5-89D3-9DE8E8FF1245}"/>
          </ac:spMkLst>
        </pc:spChg>
        <pc:grpChg chg="del">
          <ac:chgData name="L1F21BSSE0183 - Muhammad Mazhar Rehan" userId="S::l1f21bsse0183@ucp.edu.pk::d35b5143-3090-4620-a64b-e91cdc3fad01" providerId="AD" clId="Web-{5EF72638-CD46-61AC-064B-6258849B8100}" dt="2024-08-08T18:58:18.223" v="96"/>
          <ac:grpSpMkLst>
            <pc:docMk/>
            <pc:sldMk cId="0" sldId="261"/>
            <ac:grpSpMk id="21" creationId="{28FAF094-D087-493F-8DF9-A486C2D6BBAA}"/>
          </ac:grpSpMkLst>
        </pc:grpChg>
        <pc:graphicFrameChg chg="add">
          <ac:chgData name="L1F21BSSE0183 - Muhammad Mazhar Rehan" userId="S::l1f21bsse0183@ucp.edu.pk::d35b5143-3090-4620-a64b-e91cdc3fad01" providerId="AD" clId="Web-{5EF72638-CD46-61AC-064B-6258849B8100}" dt="2024-08-08T18:58:18.223" v="96"/>
          <ac:graphicFrameMkLst>
            <pc:docMk/>
            <pc:sldMk cId="0" sldId="261"/>
            <ac:graphicFrameMk id="24" creationId="{35EAEEF6-534D-F9A0-12EB-120D738C3F30}"/>
          </ac:graphicFrameMkLst>
        </pc:graphicFrameChg>
        <pc:picChg chg="add">
          <ac:chgData name="L1F21BSSE0183 - Muhammad Mazhar Rehan" userId="S::l1f21bsse0183@ucp.edu.pk::d35b5143-3090-4620-a64b-e91cdc3fad01" providerId="AD" clId="Web-{5EF72638-CD46-61AC-064B-6258849B8100}" dt="2024-08-08T18:58:18.223" v="96"/>
          <ac:picMkLst>
            <pc:docMk/>
            <pc:sldMk cId="0" sldId="261"/>
            <ac:picMk id="25" creationId="{4839C27C-8FCC-7D1C-C077-0377577507B6}"/>
          </ac:picMkLst>
        </pc:picChg>
      </pc:sldChg>
      <pc:sldChg chg="addSp delSp modSp">
        <pc:chgData name="L1F21BSSE0183 - Muhammad Mazhar Rehan" userId="S::l1f21bsse0183@ucp.edu.pk::d35b5143-3090-4620-a64b-e91cdc3fad01" providerId="AD" clId="Web-{5EF72638-CD46-61AC-064B-6258849B8100}" dt="2024-08-08T19:01:55.627" v="112"/>
        <pc:sldMkLst>
          <pc:docMk/>
          <pc:sldMk cId="0" sldId="262"/>
        </pc:sldMkLst>
        <pc:spChg chg="mod">
          <ac:chgData name="L1F21BSSE0183 - Muhammad Mazhar Rehan" userId="S::l1f21bsse0183@ucp.edu.pk::d35b5143-3090-4620-a64b-e91cdc3fad01" providerId="AD" clId="Web-{5EF72638-CD46-61AC-064B-6258849B8100}" dt="2024-08-08T19:01:55.627" v="112"/>
          <ac:spMkLst>
            <pc:docMk/>
            <pc:sldMk cId="0" sldId="262"/>
            <ac:spMk id="2" creationId="{00000000-0000-0000-0000-000000000000}"/>
          </ac:spMkLst>
        </pc:spChg>
        <pc:spChg chg="mod">
          <ac:chgData name="L1F21BSSE0183 - Muhammad Mazhar Rehan" userId="S::l1f21bsse0183@ucp.edu.pk::d35b5143-3090-4620-a64b-e91cdc3fad01" providerId="AD" clId="Web-{5EF72638-CD46-61AC-064B-6258849B8100}" dt="2024-08-08T19:01:55.627" v="112"/>
          <ac:spMkLst>
            <pc:docMk/>
            <pc:sldMk cId="0" sldId="262"/>
            <ac:spMk id="3" creationId="{00000000-0000-0000-0000-000000000000}"/>
          </ac:spMkLst>
        </pc:spChg>
        <pc:spChg chg="add del mod">
          <ac:chgData name="L1F21BSSE0183 - Muhammad Mazhar Rehan" userId="S::l1f21bsse0183@ucp.edu.pk::d35b5143-3090-4620-a64b-e91cdc3fad01" providerId="AD" clId="Web-{5EF72638-CD46-61AC-064B-6258849B8100}" dt="2024-08-08T19:00:22.040" v="101"/>
          <ac:spMkLst>
            <pc:docMk/>
            <pc:sldMk cId="0" sldId="262"/>
            <ac:spMk id="5" creationId="{11F90D45-76B9-00D2-9577-CDB57DB7B144}"/>
          </ac:spMkLst>
        </pc:spChg>
        <pc:spChg chg="del">
          <ac:chgData name="L1F21BSSE0183 - Muhammad Mazhar Rehan" userId="S::l1f21bsse0183@ucp.edu.pk::d35b5143-3090-4620-a64b-e91cdc3fad01" providerId="AD" clId="Web-{5EF72638-CD46-61AC-064B-6258849B8100}" dt="2024-08-08T19:01:55.627" v="112"/>
          <ac:spMkLst>
            <pc:docMk/>
            <pc:sldMk cId="0" sldId="262"/>
            <ac:spMk id="8" creationId="{4DA718D0-4865-4629-8134-44F68D41D574}"/>
          </ac:spMkLst>
        </pc:spChg>
        <pc:spChg chg="add del mod">
          <ac:chgData name="L1F21BSSE0183 - Muhammad Mazhar Rehan" userId="S::l1f21bsse0183@ucp.edu.pk::d35b5143-3090-4620-a64b-e91cdc3fad01" providerId="AD" clId="Web-{5EF72638-CD46-61AC-064B-6258849B8100}" dt="2024-08-08T19:01:04.136" v="109"/>
          <ac:spMkLst>
            <pc:docMk/>
            <pc:sldMk cId="0" sldId="262"/>
            <ac:spMk id="9" creationId="{512041ED-6161-B5CB-3127-15AF95CCD220}"/>
          </ac:spMkLst>
        </pc:spChg>
        <pc:spChg chg="del">
          <ac:chgData name="L1F21BSSE0183 - Muhammad Mazhar Rehan" userId="S::l1f21bsse0183@ucp.edu.pk::d35b5143-3090-4620-a64b-e91cdc3fad01" providerId="AD" clId="Web-{5EF72638-CD46-61AC-064B-6258849B8100}" dt="2024-08-08T19:01:55.627" v="112"/>
          <ac:spMkLst>
            <pc:docMk/>
            <pc:sldMk cId="0" sldId="262"/>
            <ac:spMk id="14" creationId="{CBC4F608-B4B8-48C3-9572-C0F061B1CD99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9:01:55.627" v="112"/>
          <ac:spMkLst>
            <pc:docMk/>
            <pc:sldMk cId="0" sldId="262"/>
            <ac:spMk id="20" creationId="{AE3A741D-C19B-960A-5803-1C5887147820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9:01:55.627" v="112"/>
          <ac:spMkLst>
            <pc:docMk/>
            <pc:sldMk cId="0" sldId="262"/>
            <ac:spMk id="22" creationId="{9C3A50E9-9119-7BC3-083B-2D84CCC78E47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9:01:55.627" v="112"/>
          <ac:spMkLst>
            <pc:docMk/>
            <pc:sldMk cId="0" sldId="262"/>
            <ac:spMk id="24" creationId="{DC39DE25-0E4E-0AA7-0932-1D78C2372786}"/>
          </ac:spMkLst>
        </pc:spChg>
        <pc:spChg chg="add">
          <ac:chgData name="L1F21BSSE0183 - Muhammad Mazhar Rehan" userId="S::l1f21bsse0183@ucp.edu.pk::d35b5143-3090-4620-a64b-e91cdc3fad01" providerId="AD" clId="Web-{5EF72638-CD46-61AC-064B-6258849B8100}" dt="2024-08-08T19:01:55.627" v="112"/>
          <ac:spMkLst>
            <pc:docMk/>
            <pc:sldMk cId="0" sldId="262"/>
            <ac:spMk id="26" creationId="{8D6EA299-0840-6DEA-E670-C49AEBC87E89}"/>
          </ac:spMkLst>
        </pc:spChg>
        <pc:grpChg chg="del">
          <ac:chgData name="L1F21BSSE0183 - Muhammad Mazhar Rehan" userId="S::l1f21bsse0183@ucp.edu.pk::d35b5143-3090-4620-a64b-e91cdc3fad01" providerId="AD" clId="Web-{5EF72638-CD46-61AC-064B-6258849B8100}" dt="2024-08-08T19:01:55.627" v="112"/>
          <ac:grpSpMkLst>
            <pc:docMk/>
            <pc:sldMk cId="0" sldId="262"/>
            <ac:grpSpMk id="10" creationId="{65167ED7-6315-43AB-B1B6-C326D5FD8F84}"/>
          </ac:grpSpMkLst>
        </pc:grpChg>
        <pc:picChg chg="add del mod">
          <ac:chgData name="L1F21BSSE0183 - Muhammad Mazhar Rehan" userId="S::l1f21bsse0183@ucp.edu.pk::d35b5143-3090-4620-a64b-e91cdc3fad01" providerId="AD" clId="Web-{5EF72638-CD46-61AC-064B-6258849B8100}" dt="2024-08-08T19:00:34.916" v="102"/>
          <ac:picMkLst>
            <pc:docMk/>
            <pc:sldMk cId="0" sldId="262"/>
            <ac:picMk id="4" creationId="{678F14A0-8CFA-1134-E034-44E07F99877D}"/>
          </ac:picMkLst>
        </pc:picChg>
        <pc:picChg chg="add del mod">
          <ac:chgData name="L1F21BSSE0183 - Muhammad Mazhar Rehan" userId="S::l1f21bsse0183@ucp.edu.pk::d35b5143-3090-4620-a64b-e91cdc3fad01" providerId="AD" clId="Web-{5EF72638-CD46-61AC-064B-6258849B8100}" dt="2024-08-08T19:01:04.136" v="110"/>
          <ac:picMkLst>
            <pc:docMk/>
            <pc:sldMk cId="0" sldId="262"/>
            <ac:picMk id="7" creationId="{669BE71D-3374-A0C2-5FD3-28C91FAD165F}"/>
          </ac:picMkLst>
        </pc:picChg>
        <pc:picChg chg="add mod">
          <ac:chgData name="L1F21BSSE0183 - Muhammad Mazhar Rehan" userId="S::l1f21bsse0183@ucp.edu.pk::d35b5143-3090-4620-a64b-e91cdc3fad01" providerId="AD" clId="Web-{5EF72638-CD46-61AC-064B-6258849B8100}" dt="2024-08-08T19:01:55.627" v="112"/>
          <ac:picMkLst>
            <pc:docMk/>
            <pc:sldMk cId="0" sldId="262"/>
            <ac:picMk id="15" creationId="{5873EE53-81E5-4A50-AAED-6F3D062016D8}"/>
          </ac:picMkLst>
        </pc:picChg>
      </pc:sldChg>
      <pc:sldChg chg="addSp delSp modSp">
        <pc:chgData name="L1F21BSSE0183 - Muhammad Mazhar Rehan" userId="S::l1f21bsse0183@ucp.edu.pk::d35b5143-3090-4620-a64b-e91cdc3fad01" providerId="AD" clId="Web-{5EF72638-CD46-61AC-064B-6258849B8100}" dt="2024-08-08T18:43:56.425" v="61"/>
        <pc:sldMkLst>
          <pc:docMk/>
          <pc:sldMk cId="3902941927" sldId="263"/>
        </pc:sldMkLst>
        <pc:spChg chg="add del">
          <ac:chgData name="L1F21BSSE0183 - Muhammad Mazhar Rehan" userId="S::l1f21bsse0183@ucp.edu.pk::d35b5143-3090-4620-a64b-e91cdc3fad01" providerId="AD" clId="Web-{5EF72638-CD46-61AC-064B-6258849B8100}" dt="2024-08-08T18:43:56.425" v="61"/>
          <ac:spMkLst>
            <pc:docMk/>
            <pc:sldMk cId="3902941927" sldId="263"/>
            <ac:spMk id="88" creationId="{F3060C83-F051-4F0E-ABAD-AA0DFC48B218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43:56.425" v="61"/>
          <ac:spMkLst>
            <pc:docMk/>
            <pc:sldMk cId="3902941927" sldId="263"/>
            <ac:spMk id="90" creationId="{83C98ABE-055B-441F-B07E-44F97F083C39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43:56.425" v="61"/>
          <ac:spMkLst>
            <pc:docMk/>
            <pc:sldMk cId="3902941927" sldId="263"/>
            <ac:spMk id="92" creationId="{29FDB030-9B49-4CED-8CCD-4D99382388AC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43:56.425" v="61"/>
          <ac:spMkLst>
            <pc:docMk/>
            <pc:sldMk cId="3902941927" sldId="263"/>
            <ac:spMk id="94" creationId="{3783CA14-24A1-485C-8B30-D6A5D87987AD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43:56.425" v="61"/>
          <ac:spMkLst>
            <pc:docMk/>
            <pc:sldMk cId="3902941927" sldId="263"/>
            <ac:spMk id="96" creationId="{9A97C86A-04D6-40F7-AE84-31AB43E6A846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43:56.425" v="61"/>
          <ac:spMkLst>
            <pc:docMk/>
            <pc:sldMk cId="3902941927" sldId="263"/>
            <ac:spMk id="98" creationId="{FF9F2414-84E8-453E-B1F3-389FDE8192D9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43:56.425" v="61"/>
          <ac:spMkLst>
            <pc:docMk/>
            <pc:sldMk cId="3902941927" sldId="263"/>
            <ac:spMk id="100" creationId="{3ECA69A1-7536-43AC-85EF-C7106179F5ED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43:56.425" v="61"/>
          <ac:spMkLst>
            <pc:docMk/>
            <pc:sldMk cId="3902941927" sldId="263"/>
            <ac:spMk id="104" creationId="{6A12F7DE-00C1-E3BD-17EC-F76F54161284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43:56.425" v="61"/>
          <ac:spMkLst>
            <pc:docMk/>
            <pc:sldMk cId="3902941927" sldId="263"/>
            <ac:spMk id="107" creationId="{04812C46-200A-4DEB-A05E-3ED6C68C2387}"/>
          </ac:spMkLst>
        </pc:spChg>
        <pc:spChg chg="add del">
          <ac:chgData name="L1F21BSSE0183 - Muhammad Mazhar Rehan" userId="S::l1f21bsse0183@ucp.edu.pk::d35b5143-3090-4620-a64b-e91cdc3fad01" providerId="AD" clId="Web-{5EF72638-CD46-61AC-064B-6258849B8100}" dt="2024-08-08T18:43:56.425" v="61"/>
          <ac:spMkLst>
            <pc:docMk/>
            <pc:sldMk cId="3902941927" sldId="263"/>
            <ac:spMk id="109" creationId="{D1EA859B-E555-4109-94F3-6700E046E008}"/>
          </ac:spMkLst>
        </pc:spChg>
        <pc:picChg chg="mod">
          <ac:chgData name="L1F21BSSE0183 - Muhammad Mazhar Rehan" userId="S::l1f21bsse0183@ucp.edu.pk::d35b5143-3090-4620-a64b-e91cdc3fad01" providerId="AD" clId="Web-{5EF72638-CD46-61AC-064B-6258849B8100}" dt="2024-08-08T18:43:56.425" v="61"/>
          <ac:picMkLst>
            <pc:docMk/>
            <pc:sldMk cId="3902941927" sldId="263"/>
            <ac:picMk id="7" creationId="{A132A632-8DBC-10C9-8AFC-307638B0F00B}"/>
          </ac:picMkLst>
        </pc:picChg>
      </pc:sldChg>
      <pc:sldChg chg="modSp new">
        <pc:chgData name="L1F21BSSE0183 - Muhammad Mazhar Rehan" userId="S::l1f21bsse0183@ucp.edu.pk::d35b5143-3090-4620-a64b-e91cdc3fad01" providerId="AD" clId="Web-{5EF72638-CD46-61AC-064B-6258849B8100}" dt="2024-08-08T19:03:22.739" v="134" actId="20577"/>
        <pc:sldMkLst>
          <pc:docMk/>
          <pc:sldMk cId="4174126815" sldId="264"/>
        </pc:sldMkLst>
        <pc:spChg chg="mod">
          <ac:chgData name="L1F21BSSE0183 - Muhammad Mazhar Rehan" userId="S::l1f21bsse0183@ucp.edu.pk::d35b5143-3090-4620-a64b-e91cdc3fad01" providerId="AD" clId="Web-{5EF72638-CD46-61AC-064B-6258849B8100}" dt="2024-08-08T19:02:48.941" v="125" actId="20577"/>
          <ac:spMkLst>
            <pc:docMk/>
            <pc:sldMk cId="4174126815" sldId="264"/>
            <ac:spMk id="2" creationId="{98B1C564-63E9-D5C4-43C5-DDF6E221B1BD}"/>
          </ac:spMkLst>
        </pc:spChg>
        <pc:spChg chg="mod">
          <ac:chgData name="L1F21BSSE0183 - Muhammad Mazhar Rehan" userId="S::l1f21bsse0183@ucp.edu.pk::d35b5143-3090-4620-a64b-e91cdc3fad01" providerId="AD" clId="Web-{5EF72638-CD46-61AC-064B-6258849B8100}" dt="2024-08-08T19:03:22.739" v="134" actId="20577"/>
          <ac:spMkLst>
            <pc:docMk/>
            <pc:sldMk cId="4174126815" sldId="264"/>
            <ac:spMk id="3" creationId="{F117ECA5-728D-5923-2A49-3B960FC0BF75}"/>
          </ac:spMkLst>
        </pc:spChg>
      </pc:sldChg>
    </pc:docChg>
  </pc:docChgLst>
  <pc:docChgLst>
    <pc:chgData name="L1F21BSSE0183 - Muhammad Mazhar Rehan" userId="S::l1f21bsse0183@ucp.edu.pk::d35b5143-3090-4620-a64b-e91cdc3fad01" providerId="AD" clId="Web-{EFE5FC27-F8DD-DB9E-140E-8ACCB5D445F0}"/>
    <pc:docChg chg="modSld">
      <pc:chgData name="L1F21BSSE0183 - Muhammad Mazhar Rehan" userId="S::l1f21bsse0183@ucp.edu.pk::d35b5143-3090-4620-a64b-e91cdc3fad01" providerId="AD" clId="Web-{EFE5FC27-F8DD-DB9E-140E-8ACCB5D445F0}" dt="2025-01-31T17:18:04.773" v="102"/>
      <pc:docMkLst>
        <pc:docMk/>
      </pc:docMkLst>
      <pc:sldChg chg="addSp delSp modSp">
        <pc:chgData name="L1F21BSSE0183 - Muhammad Mazhar Rehan" userId="S::l1f21bsse0183@ucp.edu.pk::d35b5143-3090-4620-a64b-e91cdc3fad01" providerId="AD" clId="Web-{EFE5FC27-F8DD-DB9E-140E-8ACCB5D445F0}" dt="2025-01-31T17:10:56.421" v="56" actId="20577"/>
        <pc:sldMkLst>
          <pc:docMk/>
          <pc:sldMk cId="0" sldId="257"/>
        </pc:sldMkLst>
        <pc:spChg chg="mod">
          <ac:chgData name="L1F21BSSE0183 - Muhammad Mazhar Rehan" userId="S::l1f21bsse0183@ucp.edu.pk::d35b5143-3090-4620-a64b-e91cdc3fad01" providerId="AD" clId="Web-{EFE5FC27-F8DD-DB9E-140E-8ACCB5D445F0}" dt="2025-01-31T17:10:13.403" v="39"/>
          <ac:spMkLst>
            <pc:docMk/>
            <pc:sldMk cId="0" sldId="257"/>
            <ac:spMk id="2" creationId="{00000000-0000-0000-0000-000000000000}"/>
          </ac:spMkLst>
        </pc:spChg>
        <pc:spChg chg="mod">
          <ac:chgData name="L1F21BSSE0183 - Muhammad Mazhar Rehan" userId="S::l1f21bsse0183@ucp.edu.pk::d35b5143-3090-4620-a64b-e91cdc3fad01" providerId="AD" clId="Web-{EFE5FC27-F8DD-DB9E-140E-8ACCB5D445F0}" dt="2025-01-31T17:10:56.421" v="56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10:13.403" v="39"/>
          <ac:spMkLst>
            <pc:docMk/>
            <pc:sldMk cId="0" sldId="257"/>
            <ac:spMk id="19" creationId="{327D73B4-9F5C-4A64-A179-51B9500CB8B5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10:13.403" v="39"/>
          <ac:spMkLst>
            <pc:docMk/>
            <pc:sldMk cId="0" sldId="257"/>
            <ac:spMk id="21" creationId="{C1F06963-6374-4B48-844F-071A9BAAAE02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10:13.403" v="39"/>
          <ac:spMkLst>
            <pc:docMk/>
            <pc:sldMk cId="0" sldId="257"/>
            <ac:spMk id="23" creationId="{6CB927A4-E432-4310-9CD5-E89FF5063179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10:13.403" v="39"/>
          <ac:spMkLst>
            <pc:docMk/>
            <pc:sldMk cId="0" sldId="257"/>
            <ac:spMk id="25" creationId="{1453BF6C-B012-48B7-B4E8-6D7AC7C27D02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10:13.403" v="39"/>
          <ac:spMkLst>
            <pc:docMk/>
            <pc:sldMk cId="0" sldId="257"/>
            <ac:spMk id="27" creationId="{E3020543-B24B-4EC4-8FFC-8DD88EEA91A8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0:13.403" v="39"/>
          <ac:spMkLst>
            <pc:docMk/>
            <pc:sldMk cId="0" sldId="257"/>
            <ac:spMk id="34" creationId="{907EF6B7-1338-4443-8C46-6A318D952DFD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0:13.403" v="39"/>
          <ac:spMkLst>
            <pc:docMk/>
            <pc:sldMk cId="0" sldId="257"/>
            <ac:spMk id="36" creationId="{DAAE4CDD-124C-4DCF-9584-B6033B545DD5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0:13.403" v="39"/>
          <ac:spMkLst>
            <pc:docMk/>
            <pc:sldMk cId="0" sldId="257"/>
            <ac:spMk id="38" creationId="{081E4A58-353D-44AE-B2FC-2A74E2E400F7}"/>
          </ac:spMkLst>
        </pc:spChg>
      </pc:sldChg>
      <pc:sldChg chg="addSp delSp modSp">
        <pc:chgData name="L1F21BSSE0183 - Muhammad Mazhar Rehan" userId="S::l1f21bsse0183@ucp.edu.pk::d35b5143-3090-4620-a64b-e91cdc3fad01" providerId="AD" clId="Web-{EFE5FC27-F8DD-DB9E-140E-8ACCB5D445F0}" dt="2025-01-31T17:17:50.741" v="99"/>
        <pc:sldMkLst>
          <pc:docMk/>
          <pc:sldMk cId="0" sldId="262"/>
        </pc:sldMkLst>
        <pc:spChg chg="mod">
          <ac:chgData name="L1F21BSSE0183 - Muhammad Mazhar Rehan" userId="S::l1f21bsse0183@ucp.edu.pk::d35b5143-3090-4620-a64b-e91cdc3fad01" providerId="AD" clId="Web-{EFE5FC27-F8DD-DB9E-140E-8ACCB5D445F0}" dt="2025-01-31T17:17:50.741" v="99"/>
          <ac:spMkLst>
            <pc:docMk/>
            <pc:sldMk cId="0" sldId="262"/>
            <ac:spMk id="2" creationId="{00000000-0000-0000-0000-000000000000}"/>
          </ac:spMkLst>
        </pc:spChg>
        <pc:spChg chg="mod">
          <ac:chgData name="L1F21BSSE0183 - Muhammad Mazhar Rehan" userId="S::l1f21bsse0183@ucp.edu.pk::d35b5143-3090-4620-a64b-e91cdc3fad01" providerId="AD" clId="Web-{EFE5FC27-F8DD-DB9E-140E-8ACCB5D445F0}" dt="2025-01-31T17:17:50.741" v="99"/>
          <ac:spMkLst>
            <pc:docMk/>
            <pc:sldMk cId="0" sldId="262"/>
            <ac:spMk id="6" creationId="{C4ED7EBC-D987-4E2B-A196-60E018351765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17:50.741" v="99"/>
          <ac:spMkLst>
            <pc:docMk/>
            <pc:sldMk cId="0" sldId="262"/>
            <ac:spMk id="42" creationId="{9D25F302-27C5-414F-97F8-6EA0A6C028BA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17:50.741" v="99"/>
          <ac:spMkLst>
            <pc:docMk/>
            <pc:sldMk cId="0" sldId="262"/>
            <ac:spMk id="44" creationId="{830A36F8-48C2-4842-A87B-8CE8DF4E7FD2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17:50.741" v="99"/>
          <ac:spMkLst>
            <pc:docMk/>
            <pc:sldMk cId="0" sldId="262"/>
            <ac:spMk id="46" creationId="{8F451A30-466B-4996-9BA5-CD6ABCC6D558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7:50.741" v="99"/>
          <ac:spMkLst>
            <pc:docMk/>
            <pc:sldMk cId="0" sldId="262"/>
            <ac:spMk id="51" creationId="{DBF61EA3-B236-439E-9C0B-340980D56BEE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7:50.741" v="99"/>
          <ac:spMkLst>
            <pc:docMk/>
            <pc:sldMk cId="0" sldId="262"/>
            <ac:spMk id="57" creationId="{E659831F-0D9A-4C63-9EBB-8435B85A440F}"/>
          </ac:spMkLst>
        </pc:spChg>
        <pc:grpChg chg="add">
          <ac:chgData name="L1F21BSSE0183 - Muhammad Mazhar Rehan" userId="S::l1f21bsse0183@ucp.edu.pk::d35b5143-3090-4620-a64b-e91cdc3fad01" providerId="AD" clId="Web-{EFE5FC27-F8DD-DB9E-140E-8ACCB5D445F0}" dt="2025-01-31T17:17:50.741" v="99"/>
          <ac:grpSpMkLst>
            <pc:docMk/>
            <pc:sldMk cId="0" sldId="262"/>
            <ac:grpSpMk id="53" creationId="{28FAF094-D087-493F-8DF9-A486C2D6BBAA}"/>
          </ac:grpSpMkLst>
        </pc:grpChg>
      </pc:sldChg>
      <pc:sldChg chg="addSp delSp modSp">
        <pc:chgData name="L1F21BSSE0183 - Muhammad Mazhar Rehan" userId="S::l1f21bsse0183@ucp.edu.pk::d35b5143-3090-4620-a64b-e91cdc3fad01" providerId="AD" clId="Web-{EFE5FC27-F8DD-DB9E-140E-8ACCB5D445F0}" dt="2025-01-31T17:18:04.773" v="102"/>
        <pc:sldMkLst>
          <pc:docMk/>
          <pc:sldMk cId="4174126815" sldId="264"/>
        </pc:sldMkLst>
        <pc:spChg chg="mod">
          <ac:chgData name="L1F21BSSE0183 - Muhammad Mazhar Rehan" userId="S::l1f21bsse0183@ucp.edu.pk::d35b5143-3090-4620-a64b-e91cdc3fad01" providerId="AD" clId="Web-{EFE5FC27-F8DD-DB9E-140E-8ACCB5D445F0}" dt="2025-01-31T17:18:04.773" v="102"/>
          <ac:spMkLst>
            <pc:docMk/>
            <pc:sldMk cId="4174126815" sldId="264"/>
            <ac:spMk id="2" creationId="{98B1C564-63E9-D5C4-43C5-DDF6E221B1BD}"/>
          </ac:spMkLst>
        </pc:spChg>
        <pc:spChg chg="mod">
          <ac:chgData name="L1F21BSSE0183 - Muhammad Mazhar Rehan" userId="S::l1f21bsse0183@ucp.edu.pk::d35b5143-3090-4620-a64b-e91cdc3fad01" providerId="AD" clId="Web-{EFE5FC27-F8DD-DB9E-140E-8ACCB5D445F0}" dt="2025-01-31T17:18:04.773" v="102"/>
          <ac:spMkLst>
            <pc:docMk/>
            <pc:sldMk cId="4174126815" sldId="264"/>
            <ac:spMk id="4" creationId="{85A5ABE7-196B-4756-9273-EC9441A584E2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8:04.773" v="102"/>
          <ac:spMkLst>
            <pc:docMk/>
            <pc:sldMk cId="4174126815" sldId="264"/>
            <ac:spMk id="19" creationId="{081EA652-8C6A-4E69-BEB9-170809474553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8:04.773" v="102"/>
          <ac:spMkLst>
            <pc:docMk/>
            <pc:sldMk cId="4174126815" sldId="264"/>
            <ac:spMk id="21" creationId="{5298780A-33B9-4EA2-8F67-DE68AD62841B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8:04.773" v="102"/>
          <ac:spMkLst>
            <pc:docMk/>
            <pc:sldMk cId="4174126815" sldId="264"/>
            <ac:spMk id="23" creationId="{7F488E8B-4E1E-4402-8935-D4E6C02615C7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8:04.757" v="101"/>
          <ac:spMkLst>
            <pc:docMk/>
            <pc:sldMk cId="4174126815" sldId="264"/>
            <ac:spMk id="28" creationId="{B6CDA21F-E7AF-4C75-8395-33F58D5B0E45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8:04.773" v="102"/>
          <ac:spMkLst>
            <pc:docMk/>
            <pc:sldMk cId="4174126815" sldId="264"/>
            <ac:spMk id="34" creationId="{CBC4F608-B4B8-48C3-9572-C0F061B1CD99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8:04.757" v="101"/>
          <ac:spMkLst>
            <pc:docMk/>
            <pc:sldMk cId="4174126815" sldId="264"/>
            <ac:spMk id="35" creationId="{D5B0017B-2ECA-49AF-B397-DC140825DF8D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8:04.773" v="102"/>
          <ac:spMkLst>
            <pc:docMk/>
            <pc:sldMk cId="4174126815" sldId="264"/>
            <ac:spMk id="39" creationId="{4DA718D0-4865-4629-8134-44F68D41D574}"/>
          </ac:spMkLst>
        </pc:spChg>
        <pc:grpChg chg="add del">
          <ac:chgData name="L1F21BSSE0183 - Muhammad Mazhar Rehan" userId="S::l1f21bsse0183@ucp.edu.pk::d35b5143-3090-4620-a64b-e91cdc3fad01" providerId="AD" clId="Web-{EFE5FC27-F8DD-DB9E-140E-8ACCB5D445F0}" dt="2025-01-31T17:18:04.757" v="101"/>
          <ac:grpSpMkLst>
            <pc:docMk/>
            <pc:sldMk cId="4174126815" sldId="264"/>
            <ac:grpSpMk id="30" creationId="{AE1C45F0-260A-458C-96ED-C1F6D2151219}"/>
          </ac:grpSpMkLst>
        </pc:grpChg>
        <pc:grpChg chg="add">
          <ac:chgData name="L1F21BSSE0183 - Muhammad Mazhar Rehan" userId="S::l1f21bsse0183@ucp.edu.pk::d35b5143-3090-4620-a64b-e91cdc3fad01" providerId="AD" clId="Web-{EFE5FC27-F8DD-DB9E-140E-8ACCB5D445F0}" dt="2025-01-31T17:18:04.773" v="102"/>
          <ac:grpSpMkLst>
            <pc:docMk/>
            <pc:sldMk cId="4174126815" sldId="264"/>
            <ac:grpSpMk id="40" creationId="{65167ED7-6315-43AB-B1B6-C326D5FD8F84}"/>
          </ac:grpSpMkLst>
        </pc:grpChg>
        <pc:cxnChg chg="add del">
          <ac:chgData name="L1F21BSSE0183 - Muhammad Mazhar Rehan" userId="S::l1f21bsse0183@ucp.edu.pk::d35b5143-3090-4620-a64b-e91cdc3fad01" providerId="AD" clId="Web-{EFE5FC27-F8DD-DB9E-140E-8ACCB5D445F0}" dt="2025-01-31T17:18:04.757" v="101"/>
          <ac:cxnSpMkLst>
            <pc:docMk/>
            <pc:sldMk cId="4174126815" sldId="264"/>
            <ac:cxnSpMk id="37" creationId="{6CF1BAF6-AD41-4082-B212-8A1F9A2E8779}"/>
          </ac:cxnSpMkLst>
        </pc:cxnChg>
      </pc:sldChg>
      <pc:sldChg chg="modSp">
        <pc:chgData name="L1F21BSSE0183 - Muhammad Mazhar Rehan" userId="S::l1f21bsse0183@ucp.edu.pk::d35b5143-3090-4620-a64b-e91cdc3fad01" providerId="AD" clId="Web-{EFE5FC27-F8DD-DB9E-140E-8ACCB5D445F0}" dt="2025-01-31T17:11:41.127" v="58" actId="20577"/>
        <pc:sldMkLst>
          <pc:docMk/>
          <pc:sldMk cId="2638416469" sldId="265"/>
        </pc:sldMkLst>
        <pc:spChg chg="mod">
          <ac:chgData name="L1F21BSSE0183 - Muhammad Mazhar Rehan" userId="S::l1f21bsse0183@ucp.edu.pk::d35b5143-3090-4620-a64b-e91cdc3fad01" providerId="AD" clId="Web-{EFE5FC27-F8DD-DB9E-140E-8ACCB5D445F0}" dt="2025-01-31T17:11:41.127" v="58" actId="20577"/>
          <ac:spMkLst>
            <pc:docMk/>
            <pc:sldMk cId="2638416469" sldId="265"/>
            <ac:spMk id="13" creationId="{FCD05899-2150-409C-B52D-A58B73079FC6}"/>
          </ac:spMkLst>
        </pc:spChg>
      </pc:sldChg>
      <pc:sldChg chg="addSp modSp mod setBg">
        <pc:chgData name="L1F21BSSE0183 - Muhammad Mazhar Rehan" userId="S::l1f21bsse0183@ucp.edu.pk::d35b5143-3090-4620-a64b-e91cdc3fad01" providerId="AD" clId="Web-{EFE5FC27-F8DD-DB9E-140E-8ACCB5D445F0}" dt="2025-01-31T17:14:38.387" v="85" actId="20577"/>
        <pc:sldMkLst>
          <pc:docMk/>
          <pc:sldMk cId="1009295041" sldId="266"/>
        </pc:sldMkLst>
        <pc:spChg chg="mod">
          <ac:chgData name="L1F21BSSE0183 - Muhammad Mazhar Rehan" userId="S::l1f21bsse0183@ucp.edu.pk::d35b5143-3090-4620-a64b-e91cdc3fad01" providerId="AD" clId="Web-{EFE5FC27-F8DD-DB9E-140E-8ACCB5D445F0}" dt="2025-01-31T17:13:13.319" v="59"/>
          <ac:spMkLst>
            <pc:docMk/>
            <pc:sldMk cId="1009295041" sldId="266"/>
            <ac:spMk id="2" creationId="{33E0C9FF-2910-DE1B-CA79-4508D7D858E6}"/>
          </ac:spMkLst>
        </pc:spChg>
        <pc:spChg chg="mod">
          <ac:chgData name="L1F21BSSE0183 - Muhammad Mazhar Rehan" userId="S::l1f21bsse0183@ucp.edu.pk::d35b5143-3090-4620-a64b-e91cdc3fad01" providerId="AD" clId="Web-{EFE5FC27-F8DD-DB9E-140E-8ACCB5D445F0}" dt="2025-01-31T17:14:38.387" v="85" actId="20577"/>
          <ac:spMkLst>
            <pc:docMk/>
            <pc:sldMk cId="1009295041" sldId="266"/>
            <ac:spMk id="3" creationId="{3862FC02-8531-DF74-F917-EFCF84ABF726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3:13.319" v="59"/>
          <ac:spMkLst>
            <pc:docMk/>
            <pc:sldMk cId="1009295041" sldId="266"/>
            <ac:spMk id="8" creationId="{1B15ED52-F352-441B-82BF-E0EA34836D08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3:13.319" v="59"/>
          <ac:spMkLst>
            <pc:docMk/>
            <pc:sldMk cId="1009295041" sldId="266"/>
            <ac:spMk id="10" creationId="{3B2E3793-BFE6-45A2-9B7B-E18844431C99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3:13.319" v="59"/>
          <ac:spMkLst>
            <pc:docMk/>
            <pc:sldMk cId="1009295041" sldId="266"/>
            <ac:spMk id="12" creationId="{BC4C4868-CB8F-4AF9-9CDB-8108F2C19B67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3:13.319" v="59"/>
          <ac:spMkLst>
            <pc:docMk/>
            <pc:sldMk cId="1009295041" sldId="266"/>
            <ac:spMk id="14" creationId="{375E0459-6403-40CD-989D-56A4407CA12E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3:13.319" v="59"/>
          <ac:spMkLst>
            <pc:docMk/>
            <pc:sldMk cId="1009295041" sldId="266"/>
            <ac:spMk id="16" creationId="{53E5B1A8-3AC9-4BD1-9BBC-78CA94F2D1BA}"/>
          </ac:spMkLst>
        </pc:spChg>
      </pc:sldChg>
      <pc:sldChg chg="addSp delSp modSp mod setBg setClrOvrMap">
        <pc:chgData name="L1F21BSSE0183 - Muhammad Mazhar Rehan" userId="S::l1f21bsse0183@ucp.edu.pk::d35b5143-3090-4620-a64b-e91cdc3fad01" providerId="AD" clId="Web-{EFE5FC27-F8DD-DB9E-140E-8ACCB5D445F0}" dt="2025-01-31T17:16:49.394" v="97"/>
        <pc:sldMkLst>
          <pc:docMk/>
          <pc:sldMk cId="1533091688" sldId="267"/>
        </pc:sldMkLst>
        <pc:spChg chg="mod">
          <ac:chgData name="L1F21BSSE0183 - Muhammad Mazhar Rehan" userId="S::l1f21bsse0183@ucp.edu.pk::d35b5143-3090-4620-a64b-e91cdc3fad01" providerId="AD" clId="Web-{EFE5FC27-F8DD-DB9E-140E-8ACCB5D445F0}" dt="2025-01-31T17:16:26.549" v="96"/>
          <ac:spMkLst>
            <pc:docMk/>
            <pc:sldMk cId="1533091688" sldId="267"/>
            <ac:spMk id="2" creationId="{33E0C9FF-2910-DE1B-CA79-4508D7D858E6}"/>
          </ac:spMkLst>
        </pc:spChg>
        <pc:spChg chg="mod ord">
          <ac:chgData name="L1F21BSSE0183 - Muhammad Mazhar Rehan" userId="S::l1f21bsse0183@ucp.edu.pk::d35b5143-3090-4620-a64b-e91cdc3fad01" providerId="AD" clId="Web-{EFE5FC27-F8DD-DB9E-140E-8ACCB5D445F0}" dt="2025-01-31T17:16:26.549" v="96"/>
          <ac:spMkLst>
            <pc:docMk/>
            <pc:sldMk cId="1533091688" sldId="267"/>
            <ac:spMk id="4" creationId="{8EA79C24-CC73-4D2E-A060-1F44DEB35C92}"/>
          </ac:spMkLst>
        </pc:spChg>
        <pc:spChg chg="mod">
          <ac:chgData name="L1F21BSSE0183 - Muhammad Mazhar Rehan" userId="S::l1f21bsse0183@ucp.edu.pk::d35b5143-3090-4620-a64b-e91cdc3fad01" providerId="AD" clId="Web-{EFE5FC27-F8DD-DB9E-140E-8ACCB5D445F0}" dt="2025-01-31T17:16:26.549" v="96"/>
          <ac:spMkLst>
            <pc:docMk/>
            <pc:sldMk cId="1533091688" sldId="267"/>
            <ac:spMk id="6" creationId="{511BBF20-3CB4-472C-9643-6ECAB460C352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5:53.641" v="90"/>
          <ac:spMkLst>
            <pc:docMk/>
            <pc:sldMk cId="1533091688" sldId="267"/>
            <ac:spMk id="11" creationId="{4C608BEB-860E-4094-8511-78603564A75E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5:58.797" v="92"/>
          <ac:spMkLst>
            <pc:docMk/>
            <pc:sldMk cId="1533091688" sldId="267"/>
            <ac:spMk id="15" creationId="{4C5D6221-DA7B-4611-AA26-7D8E349FDE96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5:58.797" v="92"/>
          <ac:spMkLst>
            <pc:docMk/>
            <pc:sldMk cId="1533091688" sldId="267"/>
            <ac:spMk id="16" creationId="{E35A04CF-97D4-4FF7-B359-C546B1F62E54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5:58.797" v="92"/>
          <ac:spMkLst>
            <pc:docMk/>
            <pc:sldMk cId="1533091688" sldId="267"/>
            <ac:spMk id="17" creationId="{1DE7243B-5109-444B-8FAF-7437C66BC0E9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6:07.813" v="94"/>
          <ac:spMkLst>
            <pc:docMk/>
            <pc:sldMk cId="1533091688" sldId="267"/>
            <ac:spMk id="19" creationId="{21739CA5-F0F5-48E1-8E8C-F24B71827E46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6:07.813" v="94"/>
          <ac:spMkLst>
            <pc:docMk/>
            <pc:sldMk cId="1533091688" sldId="267"/>
            <ac:spMk id="20" creationId="{3EAD2937-F230-41D4-B9C5-975B129BFC20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6:07.813" v="94"/>
          <ac:spMkLst>
            <pc:docMk/>
            <pc:sldMk cId="1533091688" sldId="267"/>
            <ac:spMk id="21" creationId="{CCD444A3-C338-4886-B7F1-4BA2AF46EB64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6:26.549" v="96"/>
          <ac:spMkLst>
            <pc:docMk/>
            <pc:sldMk cId="1533091688" sldId="267"/>
            <ac:spMk id="23" creationId="{2A6B319F-86FE-4754-878E-06F0804D882B}"/>
          </ac:spMkLst>
        </pc:spChg>
        <pc:spChg chg="add del">
          <ac:chgData name="L1F21BSSE0183 - Muhammad Mazhar Rehan" userId="S::l1f21bsse0183@ucp.edu.pk::d35b5143-3090-4620-a64b-e91cdc3fad01" providerId="AD" clId="Web-{EFE5FC27-F8DD-DB9E-140E-8ACCB5D445F0}" dt="2025-01-31T17:16:26.549" v="96"/>
          <ac:spMkLst>
            <pc:docMk/>
            <pc:sldMk cId="1533091688" sldId="267"/>
            <ac:spMk id="24" creationId="{DCF7D1B5-3477-499F-ACC5-2C8B07F4EDB3}"/>
          </ac:spMkLst>
        </pc:spChg>
        <pc:spChg chg="add mod">
          <ac:chgData name="L1F21BSSE0183 - Muhammad Mazhar Rehan" userId="S::l1f21bsse0183@ucp.edu.pk::d35b5143-3090-4620-a64b-e91cdc3fad01" providerId="AD" clId="Web-{EFE5FC27-F8DD-DB9E-140E-8ACCB5D445F0}" dt="2025-01-31T17:16:49.394" v="97"/>
          <ac:spMkLst>
            <pc:docMk/>
            <pc:sldMk cId="1533091688" sldId="267"/>
            <ac:spMk id="29" creationId="{4C608BEB-860E-4094-8511-78603564A75E}"/>
          </ac:spMkLst>
        </pc:spChg>
        <pc:cxnChg chg="add del">
          <ac:chgData name="L1F21BSSE0183 - Muhammad Mazhar Rehan" userId="S::l1f21bsse0183@ucp.edu.pk::d35b5143-3090-4620-a64b-e91cdc3fad01" providerId="AD" clId="Web-{EFE5FC27-F8DD-DB9E-140E-8ACCB5D445F0}" dt="2025-01-31T17:15:53.641" v="90"/>
          <ac:cxnSpMkLst>
            <pc:docMk/>
            <pc:sldMk cId="1533091688" sldId="267"/>
            <ac:cxnSpMk id="13" creationId="{1F16A8D4-FE87-4604-88B2-394B5D1EB437}"/>
          </ac:cxnSpMkLst>
        </pc:cxnChg>
        <pc:cxnChg chg="add">
          <ac:chgData name="L1F21BSSE0183 - Muhammad Mazhar Rehan" userId="S::l1f21bsse0183@ucp.edu.pk::d35b5143-3090-4620-a64b-e91cdc3fad01" providerId="AD" clId="Web-{EFE5FC27-F8DD-DB9E-140E-8ACCB5D445F0}" dt="2025-01-31T17:16:26.549" v="96"/>
          <ac:cxnSpMkLst>
            <pc:docMk/>
            <pc:sldMk cId="1533091688" sldId="267"/>
            <ac:cxnSpMk id="31" creationId="{1F16A8D4-FE87-4604-88B2-394B5D1EB437}"/>
          </ac:cxnSpMkLst>
        </pc:cxnChg>
      </pc:sldChg>
      <pc:sldChg chg="addSp modSp mod setBg">
        <pc:chgData name="L1F21BSSE0183 - Muhammad Mazhar Rehan" userId="S::l1f21bsse0183@ucp.edu.pk::d35b5143-3090-4620-a64b-e91cdc3fad01" providerId="AD" clId="Web-{EFE5FC27-F8DD-DB9E-140E-8ACCB5D445F0}" dt="2025-01-31T17:17:33.412" v="98"/>
        <pc:sldMkLst>
          <pc:docMk/>
          <pc:sldMk cId="1583404835" sldId="269"/>
        </pc:sldMkLst>
        <pc:spChg chg="mod">
          <ac:chgData name="L1F21BSSE0183 - Muhammad Mazhar Rehan" userId="S::l1f21bsse0183@ucp.edu.pk::d35b5143-3090-4620-a64b-e91cdc3fad01" providerId="AD" clId="Web-{EFE5FC27-F8DD-DB9E-140E-8ACCB5D445F0}" dt="2025-01-31T17:17:33.412" v="98"/>
          <ac:spMkLst>
            <pc:docMk/>
            <pc:sldMk cId="1583404835" sldId="269"/>
            <ac:spMk id="2" creationId="{00000000-0000-0000-0000-000000000000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7:33.412" v="98"/>
          <ac:spMkLst>
            <pc:docMk/>
            <pc:sldMk cId="1583404835" sldId="269"/>
            <ac:spMk id="12" creationId="{56E9B3E6-E277-4D68-BA48-9CB43FFBD6E2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17:33.412" v="98"/>
          <ac:spMkLst>
            <pc:docMk/>
            <pc:sldMk cId="1583404835" sldId="269"/>
            <ac:spMk id="19" creationId="{D5B0017B-2ECA-49AF-B397-DC140825DF8D}"/>
          </ac:spMkLst>
        </pc:spChg>
        <pc:grpChg chg="add">
          <ac:chgData name="L1F21BSSE0183 - Muhammad Mazhar Rehan" userId="S::l1f21bsse0183@ucp.edu.pk::d35b5143-3090-4620-a64b-e91cdc3fad01" providerId="AD" clId="Web-{EFE5FC27-F8DD-DB9E-140E-8ACCB5D445F0}" dt="2025-01-31T17:17:33.412" v="98"/>
          <ac:grpSpMkLst>
            <pc:docMk/>
            <pc:sldMk cId="1583404835" sldId="269"/>
            <ac:grpSpMk id="14" creationId="{AE1C45F0-260A-458C-96ED-C1F6D2151219}"/>
          </ac:grpSpMkLst>
        </pc:grpChg>
        <pc:graphicFrameChg chg="mod modGraphic">
          <ac:chgData name="L1F21BSSE0183 - Muhammad Mazhar Rehan" userId="S::l1f21bsse0183@ucp.edu.pk::d35b5143-3090-4620-a64b-e91cdc3fad01" providerId="AD" clId="Web-{EFE5FC27-F8DD-DB9E-140E-8ACCB5D445F0}" dt="2025-01-31T17:17:33.412" v="98"/>
          <ac:graphicFrameMkLst>
            <pc:docMk/>
            <pc:sldMk cId="1583404835" sldId="269"/>
            <ac:graphicFrameMk id="7" creationId="{22147A2F-2C80-44DB-BC48-17F1887CE2DA}"/>
          </ac:graphicFrameMkLst>
        </pc:graphicFrameChg>
        <pc:cxnChg chg="add">
          <ac:chgData name="L1F21BSSE0183 - Muhammad Mazhar Rehan" userId="S::l1f21bsse0183@ucp.edu.pk::d35b5143-3090-4620-a64b-e91cdc3fad01" providerId="AD" clId="Web-{EFE5FC27-F8DD-DB9E-140E-8ACCB5D445F0}" dt="2025-01-31T17:17:33.412" v="98"/>
          <ac:cxnSpMkLst>
            <pc:docMk/>
            <pc:sldMk cId="1583404835" sldId="269"/>
            <ac:cxnSpMk id="21" creationId="{6CF1BAF6-AD41-4082-B212-8A1F9A2E8779}"/>
          </ac:cxnSpMkLst>
        </pc:cxnChg>
      </pc:sldChg>
      <pc:sldChg chg="addSp delSp modSp">
        <pc:chgData name="L1F21BSSE0183 - Muhammad Mazhar Rehan" userId="S::l1f21bsse0183@ucp.edu.pk::d35b5143-3090-4620-a64b-e91cdc3fad01" providerId="AD" clId="Web-{EFE5FC27-F8DD-DB9E-140E-8ACCB5D445F0}" dt="2025-01-31T17:09:46.371" v="38" actId="20577"/>
        <pc:sldMkLst>
          <pc:docMk/>
          <pc:sldMk cId="351825477" sldId="271"/>
        </pc:sldMkLst>
        <pc:spChg chg="mod">
          <ac:chgData name="L1F21BSSE0183 - Muhammad Mazhar Rehan" userId="S::l1f21bsse0183@ucp.edu.pk::d35b5143-3090-4620-a64b-e91cdc3fad01" providerId="AD" clId="Web-{EFE5FC27-F8DD-DB9E-140E-8ACCB5D445F0}" dt="2025-01-31T17:08:14.116" v="0"/>
          <ac:spMkLst>
            <pc:docMk/>
            <pc:sldMk cId="351825477" sldId="271"/>
            <ac:spMk id="2" creationId="{98B1C564-63E9-D5C4-43C5-DDF6E221B1BD}"/>
          </ac:spMkLst>
        </pc:spChg>
        <pc:spChg chg="mod">
          <ac:chgData name="L1F21BSSE0183 - Muhammad Mazhar Rehan" userId="S::l1f21bsse0183@ucp.edu.pk::d35b5143-3090-4620-a64b-e91cdc3fad01" providerId="AD" clId="Web-{EFE5FC27-F8DD-DB9E-140E-8ACCB5D445F0}" dt="2025-01-31T17:09:46.371" v="38" actId="20577"/>
          <ac:spMkLst>
            <pc:docMk/>
            <pc:sldMk cId="351825477" sldId="271"/>
            <ac:spMk id="4" creationId="{85A5ABE7-196B-4756-9273-EC9441A584E2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08:14.116" v="0"/>
          <ac:spMkLst>
            <pc:docMk/>
            <pc:sldMk cId="351825477" sldId="271"/>
            <ac:spMk id="19" creationId="{081EA652-8C6A-4E69-BEB9-170809474553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08:14.116" v="0"/>
          <ac:spMkLst>
            <pc:docMk/>
            <pc:sldMk cId="351825477" sldId="271"/>
            <ac:spMk id="21" creationId="{5298780A-33B9-4EA2-8F67-DE68AD62841B}"/>
          </ac:spMkLst>
        </pc:spChg>
        <pc:spChg chg="del">
          <ac:chgData name="L1F21BSSE0183 - Muhammad Mazhar Rehan" userId="S::l1f21bsse0183@ucp.edu.pk::d35b5143-3090-4620-a64b-e91cdc3fad01" providerId="AD" clId="Web-{EFE5FC27-F8DD-DB9E-140E-8ACCB5D445F0}" dt="2025-01-31T17:08:14.116" v="0"/>
          <ac:spMkLst>
            <pc:docMk/>
            <pc:sldMk cId="351825477" sldId="271"/>
            <ac:spMk id="23" creationId="{7F488E8B-4E1E-4402-8935-D4E6C02615C7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08:14.116" v="0"/>
          <ac:spMkLst>
            <pc:docMk/>
            <pc:sldMk cId="351825477" sldId="271"/>
            <ac:spMk id="28" creationId="{907EF6B7-1338-4443-8C46-6A318D952DFD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08:14.116" v="0"/>
          <ac:spMkLst>
            <pc:docMk/>
            <pc:sldMk cId="351825477" sldId="271"/>
            <ac:spMk id="30" creationId="{DAAE4CDD-124C-4DCF-9584-B6033B545DD5}"/>
          </ac:spMkLst>
        </pc:spChg>
        <pc:spChg chg="add">
          <ac:chgData name="L1F21BSSE0183 - Muhammad Mazhar Rehan" userId="S::l1f21bsse0183@ucp.edu.pk::d35b5143-3090-4620-a64b-e91cdc3fad01" providerId="AD" clId="Web-{EFE5FC27-F8DD-DB9E-140E-8ACCB5D445F0}" dt="2025-01-31T17:08:14.116" v="0"/>
          <ac:spMkLst>
            <pc:docMk/>
            <pc:sldMk cId="351825477" sldId="271"/>
            <ac:spMk id="32" creationId="{081E4A58-353D-44AE-B2FC-2A74E2E400F7}"/>
          </ac:spMkLst>
        </pc:spChg>
      </pc:sldChg>
    </pc:docChg>
  </pc:docChgLst>
  <pc:docChgLst>
    <pc:chgData name="L1F21BSSE0183 - Muhammad Mazhar Rehan" userId="S::l1f21bsse0183@ucp.edu.pk::d35b5143-3090-4620-a64b-e91cdc3fad01" providerId="AD" clId="Web-{BDEC24E1-689C-327D-C694-4D5AF466EB1E}"/>
    <pc:docChg chg="modSld">
      <pc:chgData name="L1F21BSSE0183 - Muhammad Mazhar Rehan" userId="S::l1f21bsse0183@ucp.edu.pk::d35b5143-3090-4620-a64b-e91cdc3fad01" providerId="AD" clId="Web-{BDEC24E1-689C-327D-C694-4D5AF466EB1E}" dt="2025-01-31T17:19:38.874" v="9" actId="20577"/>
      <pc:docMkLst>
        <pc:docMk/>
      </pc:docMkLst>
      <pc:sldChg chg="addSp delSp modSp">
        <pc:chgData name="L1F21BSSE0183 - Muhammad Mazhar Rehan" userId="S::l1f21bsse0183@ucp.edu.pk::d35b5143-3090-4620-a64b-e91cdc3fad01" providerId="AD" clId="Web-{BDEC24E1-689C-327D-C694-4D5AF466EB1E}" dt="2025-01-31T17:19:38.874" v="9" actId="20577"/>
        <pc:sldMkLst>
          <pc:docMk/>
          <pc:sldMk cId="0" sldId="256"/>
        </pc:sldMkLst>
        <pc:spChg chg="mod">
          <ac:chgData name="L1F21BSSE0183 - Muhammad Mazhar Rehan" userId="S::l1f21bsse0183@ucp.edu.pk::d35b5143-3090-4620-a64b-e91cdc3fad01" providerId="AD" clId="Web-{BDEC24E1-689C-327D-C694-4D5AF466EB1E}" dt="2025-01-31T17:18:56.185" v="0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BDEC24E1-689C-327D-C694-4D5AF466EB1E}" dt="2025-01-31T17:19:38.874" v="9" actId="20577"/>
          <ac:spMkLst>
            <pc:docMk/>
            <pc:sldMk cId="0" sldId="256"/>
            <ac:spMk id="3" creationId="{00000000-0000-0000-0000-000000000000}"/>
          </ac:spMkLst>
        </pc:spChg>
        <pc:spChg chg="del">
          <ac:chgData name="L1F21BSSE0183 - Muhammad Mazhar Rehan" userId="S::l1f21bsse0183@ucp.edu.pk::d35b5143-3090-4620-a64b-e91cdc3fad01" providerId="AD" clId="Web-{BDEC24E1-689C-327D-C694-4D5AF466EB1E}" dt="2025-01-31T17:18:56.185" v="0"/>
          <ac:spMkLst>
            <pc:docMk/>
            <pc:sldMk cId="0" sldId="256"/>
            <ac:spMk id="35" creationId="{117AB3D3-3C9C-4DED-809A-78734805B895}"/>
          </ac:spMkLst>
        </pc:spChg>
        <pc:spChg chg="del">
          <ac:chgData name="L1F21BSSE0183 - Muhammad Mazhar Rehan" userId="S::l1f21bsse0183@ucp.edu.pk::d35b5143-3090-4620-a64b-e91cdc3fad01" providerId="AD" clId="Web-{BDEC24E1-689C-327D-C694-4D5AF466EB1E}" dt="2025-01-31T17:18:56.185" v="0"/>
          <ac:spMkLst>
            <pc:docMk/>
            <pc:sldMk cId="0" sldId="256"/>
            <ac:spMk id="37" creationId="{3A9A4357-BD1D-4622-A4FE-766E6AB8DE84}"/>
          </ac:spMkLst>
        </pc:spChg>
        <pc:spChg chg="del">
          <ac:chgData name="L1F21BSSE0183 - Muhammad Mazhar Rehan" userId="S::l1f21bsse0183@ucp.edu.pk::d35b5143-3090-4620-a64b-e91cdc3fad01" providerId="AD" clId="Web-{BDEC24E1-689C-327D-C694-4D5AF466EB1E}" dt="2025-01-31T17:18:56.185" v="0"/>
          <ac:spMkLst>
            <pc:docMk/>
            <pc:sldMk cId="0" sldId="256"/>
            <ac:spMk id="39" creationId="{E659831F-0D9A-4C63-9EBB-8435B85A440F}"/>
          </ac:spMkLst>
        </pc:spChg>
        <pc:spChg chg="del">
          <ac:chgData name="L1F21BSSE0183 - Muhammad Mazhar Rehan" userId="S::l1f21bsse0183@ucp.edu.pk::d35b5143-3090-4620-a64b-e91cdc3fad01" providerId="AD" clId="Web-{BDEC24E1-689C-327D-C694-4D5AF466EB1E}" dt="2025-01-31T17:18:56.185" v="0"/>
          <ac:spMkLst>
            <pc:docMk/>
            <pc:sldMk cId="0" sldId="256"/>
            <ac:spMk id="41" creationId="{E6995CE5-F890-4ABA-82A2-26507CE8D2A3}"/>
          </ac:spMkLst>
        </pc:spChg>
        <pc:spChg chg="add">
          <ac:chgData name="L1F21BSSE0183 - Muhammad Mazhar Rehan" userId="S::l1f21bsse0183@ucp.edu.pk::d35b5143-3090-4620-a64b-e91cdc3fad01" providerId="AD" clId="Web-{BDEC24E1-689C-327D-C694-4D5AF466EB1E}" dt="2025-01-31T17:18:56.185" v="0"/>
          <ac:spMkLst>
            <pc:docMk/>
            <pc:sldMk cId="0" sldId="256"/>
            <ac:spMk id="46" creationId="{9D80C9EF-3CC6-4ECC-9C2D-9D0396C96ED9}"/>
          </ac:spMkLst>
        </pc:spChg>
        <pc:spChg chg="add">
          <ac:chgData name="L1F21BSSE0183 - Muhammad Mazhar Rehan" userId="S::l1f21bsse0183@ucp.edu.pk::d35b5143-3090-4620-a64b-e91cdc3fad01" providerId="AD" clId="Web-{BDEC24E1-689C-327D-C694-4D5AF466EB1E}" dt="2025-01-31T17:18:56.185" v="0"/>
          <ac:spMkLst>
            <pc:docMk/>
            <pc:sldMk cId="0" sldId="256"/>
            <ac:spMk id="48" creationId="{5DA32751-37A2-45C0-BE94-63D375E27003}"/>
          </ac:spMkLst>
        </pc:spChg>
        <pc:spChg chg="add">
          <ac:chgData name="L1F21BSSE0183 - Muhammad Mazhar Rehan" userId="S::l1f21bsse0183@ucp.edu.pk::d35b5143-3090-4620-a64b-e91cdc3fad01" providerId="AD" clId="Web-{BDEC24E1-689C-327D-C694-4D5AF466EB1E}" dt="2025-01-31T17:18:56.185" v="0"/>
          <ac:spMkLst>
            <pc:docMk/>
            <pc:sldMk cId="0" sldId="256"/>
            <ac:spMk id="50" creationId="{E659831F-0D9A-4C63-9EBB-8435B85A440F}"/>
          </ac:spMkLst>
        </pc:spChg>
        <pc:spChg chg="add">
          <ac:chgData name="L1F21BSSE0183 - Muhammad Mazhar Rehan" userId="S::l1f21bsse0183@ucp.edu.pk::d35b5143-3090-4620-a64b-e91cdc3fad01" providerId="AD" clId="Web-{BDEC24E1-689C-327D-C694-4D5AF466EB1E}" dt="2025-01-31T17:18:56.185" v="0"/>
          <ac:spMkLst>
            <pc:docMk/>
            <pc:sldMk cId="0" sldId="256"/>
            <ac:spMk id="52" creationId="{5A55FBCD-CD42-40F5-8A1B-3203F9CAEEAA}"/>
          </ac:spMkLst>
        </pc:spChg>
      </pc:sldChg>
    </pc:docChg>
  </pc:docChgLst>
  <pc:docChgLst>
    <pc:chgData name="L1F21BSSE0183 - Muhammad Mazhar Rehan" userId="S::l1f21bsse0183@ucp.edu.pk::d35b5143-3090-4620-a64b-e91cdc3fad01" providerId="AD" clId="Web-{457F445E-1327-2C9F-B01C-0784C655E7C5}"/>
    <pc:docChg chg="addSld delSld modSld addMainMaster delMainMaster">
      <pc:chgData name="L1F21BSSE0183 - Muhammad Mazhar Rehan" userId="S::l1f21bsse0183@ucp.edu.pk::d35b5143-3090-4620-a64b-e91cdc3fad01" providerId="AD" clId="Web-{457F445E-1327-2C9F-B01C-0784C655E7C5}" dt="2024-08-19T10:04:28.066" v="232" actId="20577"/>
      <pc:docMkLst>
        <pc:docMk/>
      </pc:docMkLst>
      <pc:sldChg chg="addSp delSp modSp mod modClrScheme delDesignElem chgLayout">
        <pc:chgData name="L1F21BSSE0183 - Muhammad Mazhar Rehan" userId="S::l1f21bsse0183@ucp.edu.pk::d35b5143-3090-4620-a64b-e91cdc3fad01" providerId="AD" clId="Web-{457F445E-1327-2C9F-B01C-0784C655E7C5}" dt="2024-08-19T10:04:28.066" v="232" actId="20577"/>
        <pc:sldMkLst>
          <pc:docMk/>
          <pc:sldMk cId="0" sldId="256"/>
        </pc:sldMkLst>
        <pc:spChg chg="mod ord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457F445E-1327-2C9F-B01C-0784C655E7C5}" dt="2024-08-19T10:04:28.066" v="232" actId="20577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6"/>
            <ac:spMk id="35" creationId="{117AB3D3-3C9C-4DED-809A-78734805B895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6"/>
            <ac:spMk id="37" creationId="{3A9A4357-BD1D-4622-A4FE-766E6AB8DE84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6"/>
            <ac:spMk id="39" creationId="{E659831F-0D9A-4C63-9EBB-8435B85A440F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6"/>
            <ac:spMk id="41" creationId="{E6995CE5-F890-4ABA-82A2-26507CE8D2A3}"/>
          </ac:spMkLst>
        </pc:spChg>
      </pc:sldChg>
      <pc:sldChg chg="addSp delSp modSp mod modClrScheme delDesignElem chgLayout">
        <pc:chgData name="L1F21BSSE0183 - Muhammad Mazhar Rehan" userId="S::l1f21bsse0183@ucp.edu.pk::d35b5143-3090-4620-a64b-e91cdc3fad01" providerId="AD" clId="Web-{457F445E-1327-2C9F-B01C-0784C655E7C5}" dt="2024-08-19T10:03:39.878" v="227" actId="14100"/>
        <pc:sldMkLst>
          <pc:docMk/>
          <pc:sldMk cId="0" sldId="257"/>
        </pc:sldMkLst>
        <pc:spChg chg="mod ord">
          <ac:chgData name="L1F21BSSE0183 - Muhammad Mazhar Rehan" userId="S::l1f21bsse0183@ucp.edu.pk::d35b5143-3090-4620-a64b-e91cdc3fad01" providerId="AD" clId="Web-{457F445E-1327-2C9F-B01C-0784C655E7C5}" dt="2024-08-19T10:01:05.983" v="221" actId="1076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457F445E-1327-2C9F-B01C-0784C655E7C5}" dt="2024-08-19T10:01:25.296" v="224" actId="20577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7"/>
            <ac:spMk id="19" creationId="{327D73B4-9F5C-4A64-A179-51B9500CB8B5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7"/>
            <ac:spMk id="21" creationId="{C1F06963-6374-4B48-844F-071A9BAAAE02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7"/>
            <ac:spMk id="23" creationId="{6CB927A4-E432-4310-9CD5-E89FF5063179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7"/>
            <ac:spMk id="25" creationId="{1453BF6C-B012-48B7-B4E8-6D7AC7C27D02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7"/>
            <ac:spMk id="27" creationId="{E3020543-B24B-4EC4-8FFC-8DD88EEA91A8}"/>
          </ac:spMkLst>
        </pc:spChg>
        <pc:picChg chg="mod">
          <ac:chgData name="L1F21BSSE0183 - Muhammad Mazhar Rehan" userId="S::l1f21bsse0183@ucp.edu.pk::d35b5143-3090-4620-a64b-e91cdc3fad01" providerId="AD" clId="Web-{457F445E-1327-2C9F-B01C-0784C655E7C5}" dt="2024-08-19T10:03:39.878" v="227" actId="14100"/>
          <ac:picMkLst>
            <pc:docMk/>
            <pc:sldMk cId="0" sldId="257"/>
            <ac:picMk id="7" creationId="{83A1770E-F2C9-F6D2-D86B-C77B1C158197}"/>
          </ac:picMkLst>
        </pc:picChg>
        <pc:cxnChg chg="add del">
          <ac:chgData name="L1F21BSSE0183 - Muhammad Mazhar Rehan" userId="S::l1f21bsse0183@ucp.edu.pk::d35b5143-3090-4620-a64b-e91cdc3fad01" providerId="AD" clId="Web-{457F445E-1327-2C9F-B01C-0784C655E7C5}" dt="2024-08-19T09:13:01.481" v="39"/>
          <ac:cxnSpMkLst>
            <pc:docMk/>
            <pc:sldMk cId="0" sldId="257"/>
            <ac:cxnSpMk id="29" creationId="{C49DA8F6-BCC1-4447-B54C-57856834B94B}"/>
          </ac:cxnSpMkLst>
        </pc:cxnChg>
      </pc:sldChg>
      <pc:sldChg chg="addSp delSp modSp mod modClrScheme delDesignElem chgLayout">
        <pc:chgData name="L1F21BSSE0183 - Muhammad Mazhar Rehan" userId="S::l1f21bsse0183@ucp.edu.pk::d35b5143-3090-4620-a64b-e91cdc3fad01" providerId="AD" clId="Web-{457F445E-1327-2C9F-B01C-0784C655E7C5}" dt="2024-08-19T10:01:40.906" v="225" actId="1076"/>
        <pc:sldMkLst>
          <pc:docMk/>
          <pc:sldMk cId="0" sldId="258"/>
        </pc:sldMkLst>
        <pc:spChg chg="mod ord">
          <ac:chgData name="L1F21BSSE0183 - Muhammad Mazhar Rehan" userId="S::l1f21bsse0183@ucp.edu.pk::d35b5143-3090-4620-a64b-e91cdc3fad01" providerId="AD" clId="Web-{457F445E-1327-2C9F-B01C-0784C655E7C5}" dt="2024-08-19T10:01:40.906" v="225" actId="1076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457F445E-1327-2C9F-B01C-0784C655E7C5}" dt="2024-08-19T10:00:55.749" v="220" actId="20577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8"/>
            <ac:spMk id="57" creationId="{2EB492CD-616E-47F8-933B-5E2D952A0593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8"/>
            <ac:spMk id="59" creationId="{59383CF9-23B5-4335-9B21-1791C4CF1C75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8"/>
            <ac:spMk id="61" creationId="{0007FE00-9498-4706-B255-6437B0252C02}"/>
          </ac:spMkLst>
        </pc:spChg>
        <pc:picChg chg="del mod">
          <ac:chgData name="L1F21BSSE0183 - Muhammad Mazhar Rehan" userId="S::l1f21bsse0183@ucp.edu.pk::d35b5143-3090-4620-a64b-e91cdc3fad01" providerId="AD" clId="Web-{457F445E-1327-2C9F-B01C-0784C655E7C5}" dt="2024-08-19T09:33:15.336" v="73"/>
          <ac:picMkLst>
            <pc:docMk/>
            <pc:sldMk cId="0" sldId="258"/>
            <ac:picMk id="4" creationId="{AB827E45-811B-3E7A-A871-45392D076436}"/>
          </ac:picMkLst>
        </pc:picChg>
        <pc:picChg chg="add del mod">
          <ac:chgData name="L1F21BSSE0183 - Muhammad Mazhar Rehan" userId="S::l1f21bsse0183@ucp.edu.pk::d35b5143-3090-4620-a64b-e91cdc3fad01" providerId="AD" clId="Web-{457F445E-1327-2C9F-B01C-0784C655E7C5}" dt="2024-08-19T09:33:39.337" v="74"/>
          <ac:picMkLst>
            <pc:docMk/>
            <pc:sldMk cId="0" sldId="258"/>
            <ac:picMk id="5" creationId="{3EEAB4B3-BCEF-E32D-83C4-F133DBB466AD}"/>
          </ac:picMkLst>
        </pc:picChg>
        <pc:picChg chg="add mod">
          <ac:chgData name="L1F21BSSE0183 - Muhammad Mazhar Rehan" userId="S::l1f21bsse0183@ucp.edu.pk::d35b5143-3090-4620-a64b-e91cdc3fad01" providerId="AD" clId="Web-{457F445E-1327-2C9F-B01C-0784C655E7C5}" dt="2024-08-19T09:34:07.103" v="80"/>
          <ac:picMkLst>
            <pc:docMk/>
            <pc:sldMk cId="0" sldId="258"/>
            <ac:picMk id="6" creationId="{FCEE4DB4-AD1F-B368-4D53-C5C844B9FFFB}"/>
          </ac:picMkLst>
        </pc:picChg>
      </pc:sldChg>
      <pc:sldChg chg="addSp delSp modSp mod modClrScheme delDesignElem chgLayout">
        <pc:chgData name="L1F21BSSE0183 - Muhammad Mazhar Rehan" userId="S::l1f21bsse0183@ucp.edu.pk::d35b5143-3090-4620-a64b-e91cdc3fad01" providerId="AD" clId="Web-{457F445E-1327-2C9F-B01C-0784C655E7C5}" dt="2024-08-19T10:00:03.185" v="219"/>
        <pc:sldMkLst>
          <pc:docMk/>
          <pc:sldMk cId="0" sldId="259"/>
        </pc:sldMkLst>
        <pc:spChg chg="mod ord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9"/>
            <ac:spMk id="2" creationId="{00000000-0000-0000-0000-000000000000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9"/>
            <ac:spMk id="8" creationId="{8B9AA7C6-5E5A-498E-A6DF-A943376E09BC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9"/>
            <ac:spMk id="14" creationId="{81E140AE-0ABF-47C8-BF32-7D2F0CF2BA44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59"/>
            <ac:spMk id="16" creationId="{CBC4F608-B4B8-48C3-9572-C0F061B1CD99}"/>
          </ac:spMkLst>
        </pc:spChg>
        <pc:gr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grpSpMkLst>
            <pc:docMk/>
            <pc:sldMk cId="0" sldId="259"/>
            <ac:grpSpMk id="10" creationId="{83EAB11A-76F7-48F4-9B4F-5BFDF4BF9670}"/>
          </ac:grpSpMkLst>
        </pc:grpChg>
        <pc:graphicFrameChg chg="mod ord modGraphic">
          <ac:chgData name="L1F21BSSE0183 - Muhammad Mazhar Rehan" userId="S::l1f21bsse0183@ucp.edu.pk::d35b5143-3090-4620-a64b-e91cdc3fad01" providerId="AD" clId="Web-{457F445E-1327-2C9F-B01C-0784C655E7C5}" dt="2024-08-19T10:00:03.185" v="219"/>
          <ac:graphicFrameMkLst>
            <pc:docMk/>
            <pc:sldMk cId="0" sldId="259"/>
            <ac:graphicFrameMk id="4" creationId="{3780E971-90CE-4C4F-9AED-1E16708B1E92}"/>
          </ac:graphicFrameMkLst>
        </pc:graphicFrameChg>
      </pc:sldChg>
      <pc:sldChg chg="addSp delSp modSp del">
        <pc:chgData name="L1F21BSSE0183 - Muhammad Mazhar Rehan" userId="S::l1f21bsse0183@ucp.edu.pk::d35b5143-3090-4620-a64b-e91cdc3fad01" providerId="AD" clId="Web-{457F445E-1327-2C9F-B01C-0784C655E7C5}" dt="2024-08-19T09:11:16.088" v="33"/>
        <pc:sldMkLst>
          <pc:docMk/>
          <pc:sldMk cId="0" sldId="260"/>
        </pc:sldMkLst>
        <pc:spChg chg="mod">
          <ac:chgData name="L1F21BSSE0183 - Muhammad Mazhar Rehan" userId="S::l1f21bsse0183@ucp.edu.pk::d35b5143-3090-4620-a64b-e91cdc3fad01" providerId="AD" clId="Web-{457F445E-1327-2C9F-B01C-0784C655E7C5}" dt="2024-08-19T09:08:10.365" v="6"/>
          <ac:spMkLst>
            <pc:docMk/>
            <pc:sldMk cId="0" sldId="260"/>
            <ac:spMk id="2" creationId="{00000000-0000-0000-0000-000000000000}"/>
          </ac:spMkLst>
        </pc:spChg>
        <pc:spChg chg="mod">
          <ac:chgData name="L1F21BSSE0183 - Muhammad Mazhar Rehan" userId="S::l1f21bsse0183@ucp.edu.pk::d35b5143-3090-4620-a64b-e91cdc3fad01" providerId="AD" clId="Web-{457F445E-1327-2C9F-B01C-0784C655E7C5}" dt="2024-08-19T09:10:31.884" v="19" actId="20577"/>
          <ac:spMkLst>
            <pc:docMk/>
            <pc:sldMk cId="0" sldId="260"/>
            <ac:spMk id="8" creationId="{BB43E7E1-D589-49DA-ABD7-64DD0B482F45}"/>
          </ac:spMkLst>
        </pc:spChg>
        <pc:spChg chg="mod">
          <ac:chgData name="L1F21BSSE0183 - Muhammad Mazhar Rehan" userId="S::l1f21bsse0183@ucp.edu.pk::d35b5143-3090-4620-a64b-e91cdc3fad01" providerId="AD" clId="Web-{457F445E-1327-2C9F-B01C-0784C655E7C5}" dt="2024-08-19T09:10:45.869" v="25" actId="20577"/>
          <ac:spMkLst>
            <pc:docMk/>
            <pc:sldMk cId="0" sldId="260"/>
            <ac:spMk id="11" creationId="{175D797B-ED1A-400E-92D4-1CE2E161096E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08:10.365" v="6"/>
          <ac:spMkLst>
            <pc:docMk/>
            <pc:sldMk cId="0" sldId="260"/>
            <ac:spMk id="14" creationId="{D5B0017B-2ECA-49AF-B397-DC140825DF8D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08:10.365" v="6"/>
          <ac:spMkLst>
            <pc:docMk/>
            <pc:sldMk cId="0" sldId="260"/>
            <ac:spMk id="16" creationId="{56E9B3E6-E277-4D68-BA48-9CB43FFBD6E2}"/>
          </ac:spMkLst>
        </pc:spChg>
        <pc:spChg chg="add">
          <ac:chgData name="L1F21BSSE0183 - Muhammad Mazhar Rehan" userId="S::l1f21bsse0183@ucp.edu.pk::d35b5143-3090-4620-a64b-e91cdc3fad01" providerId="AD" clId="Web-{457F445E-1327-2C9F-B01C-0784C655E7C5}" dt="2024-08-19T09:08:10.365" v="6"/>
          <ac:spMkLst>
            <pc:docMk/>
            <pc:sldMk cId="0" sldId="260"/>
            <ac:spMk id="24" creationId="{DAF1966E-FD40-4A4A-B61B-C4DF7FA05F06}"/>
          </ac:spMkLst>
        </pc:spChg>
        <pc:spChg chg="add">
          <ac:chgData name="L1F21BSSE0183 - Muhammad Mazhar Rehan" userId="S::l1f21bsse0183@ucp.edu.pk::d35b5143-3090-4620-a64b-e91cdc3fad01" providerId="AD" clId="Web-{457F445E-1327-2C9F-B01C-0784C655E7C5}" dt="2024-08-19T09:08:10.365" v="6"/>
          <ac:spMkLst>
            <pc:docMk/>
            <pc:sldMk cId="0" sldId="260"/>
            <ac:spMk id="26" creationId="{047BFA19-D45E-416B-A404-7AF2F3F27017}"/>
          </ac:spMkLst>
        </pc:spChg>
        <pc:spChg chg="add">
          <ac:chgData name="L1F21BSSE0183 - Muhammad Mazhar Rehan" userId="S::l1f21bsse0183@ucp.edu.pk::d35b5143-3090-4620-a64b-e91cdc3fad01" providerId="AD" clId="Web-{457F445E-1327-2C9F-B01C-0784C655E7C5}" dt="2024-08-19T09:08:10.365" v="6"/>
          <ac:spMkLst>
            <pc:docMk/>
            <pc:sldMk cId="0" sldId="260"/>
            <ac:spMk id="28" creationId="{8E0105E7-23DB-4CF2-8258-FF47C7620F6E}"/>
          </ac:spMkLst>
        </pc:spChg>
        <pc:spChg chg="add">
          <ac:chgData name="L1F21BSSE0183 - Muhammad Mazhar Rehan" userId="S::l1f21bsse0183@ucp.edu.pk::d35b5143-3090-4620-a64b-e91cdc3fad01" providerId="AD" clId="Web-{457F445E-1327-2C9F-B01C-0784C655E7C5}" dt="2024-08-19T09:08:10.365" v="6"/>
          <ac:spMkLst>
            <pc:docMk/>
            <pc:sldMk cId="0" sldId="260"/>
            <ac:spMk id="33" creationId="{074B4F7D-14B2-478B-8BF5-01E4E0C5D263}"/>
          </ac:spMkLst>
        </pc:spChg>
        <pc:grpChg chg="add del">
          <ac:chgData name="L1F21BSSE0183 - Muhammad Mazhar Rehan" userId="S::l1f21bsse0183@ucp.edu.pk::d35b5143-3090-4620-a64b-e91cdc3fad01" providerId="AD" clId="Web-{457F445E-1327-2C9F-B01C-0784C655E7C5}" dt="2024-08-19T09:08:10.365" v="6"/>
          <ac:grpSpMkLst>
            <pc:docMk/>
            <pc:sldMk cId="0" sldId="260"/>
            <ac:grpSpMk id="18" creationId="{AE1C45F0-260A-458C-96ED-C1F6D2151219}"/>
          </ac:grpSpMkLst>
        </pc:grpChg>
        <pc:cxnChg chg="add del">
          <ac:chgData name="L1F21BSSE0183 - Muhammad Mazhar Rehan" userId="S::l1f21bsse0183@ucp.edu.pk::d35b5143-3090-4620-a64b-e91cdc3fad01" providerId="AD" clId="Web-{457F445E-1327-2C9F-B01C-0784C655E7C5}" dt="2024-08-19T09:08:10.365" v="6"/>
          <ac:cxnSpMkLst>
            <pc:docMk/>
            <pc:sldMk cId="0" sldId="260"/>
            <ac:cxnSpMk id="22" creationId="{6CF1BAF6-AD41-4082-B212-8A1F9A2E8779}"/>
          </ac:cxnSpMkLst>
        </pc:cxnChg>
      </pc:sldChg>
      <pc:sldChg chg="addSp delSp modSp mod modClrScheme delDesignElem chgLayout">
        <pc:chgData name="L1F21BSSE0183 - Muhammad Mazhar Rehan" userId="S::l1f21bsse0183@ucp.edu.pk::d35b5143-3090-4620-a64b-e91cdc3fad01" providerId="AD" clId="Web-{457F445E-1327-2C9F-B01C-0784C655E7C5}" dt="2024-08-19T09:52:13.206" v="142" actId="1076"/>
        <pc:sldMkLst>
          <pc:docMk/>
          <pc:sldMk cId="0" sldId="261"/>
        </pc:sldMkLst>
        <pc:spChg chg="mod ord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61"/>
            <ac:spMk id="2" creationId="{00000000-0000-0000-0000-000000000000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61"/>
            <ac:spMk id="29" creationId="{DB304A14-32D0-4873-B914-423ED7B8DAFD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61"/>
            <ac:spMk id="31" creationId="{1D460C86-854F-4FB3-ABC2-E823D8FEB9DB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0" sldId="261"/>
            <ac:spMk id="33" creationId="{BB48116A-278A-4CC5-89D3-9DE8E8FF1245}"/>
          </ac:spMkLst>
        </pc:spChg>
        <pc:spChg chg="add del mod">
          <ac:chgData name="L1F21BSSE0183 - Muhammad Mazhar Rehan" userId="S::l1f21bsse0183@ucp.edu.pk::d35b5143-3090-4620-a64b-e91cdc3fad01" providerId="AD" clId="Web-{457F445E-1327-2C9F-B01C-0784C655E7C5}" dt="2024-08-19T09:50:54.235" v="137"/>
          <ac:spMkLst>
            <pc:docMk/>
            <pc:sldMk cId="0" sldId="261"/>
            <ac:spMk id="521" creationId="{6A5EFD91-57CE-2DD3-6CA8-D14FD17B662E}"/>
          </ac:spMkLst>
        </pc:spChg>
        <pc:graphicFrameChg chg="mod ord modGraphic">
          <ac:chgData name="L1F21BSSE0183 - Muhammad Mazhar Rehan" userId="S::l1f21bsse0183@ucp.edu.pk::d35b5143-3090-4620-a64b-e91cdc3fad01" providerId="AD" clId="Web-{457F445E-1327-2C9F-B01C-0784C655E7C5}" dt="2024-08-19T09:43:43.147" v="110" actId="20577"/>
          <ac:graphicFrameMkLst>
            <pc:docMk/>
            <pc:sldMk cId="0" sldId="261"/>
            <ac:graphicFrameMk id="24" creationId="{35EAEEF6-534D-F9A0-12EB-120D738C3F30}"/>
          </ac:graphicFrameMkLst>
        </pc:graphicFrameChg>
        <pc:picChg chg="del">
          <ac:chgData name="L1F21BSSE0183 - Muhammad Mazhar Rehan" userId="S::l1f21bsse0183@ucp.edu.pk::d35b5143-3090-4620-a64b-e91cdc3fad01" providerId="AD" clId="Web-{457F445E-1327-2C9F-B01C-0784C655E7C5}" dt="2024-08-19T09:44:13.851" v="111"/>
          <ac:picMkLst>
            <pc:docMk/>
            <pc:sldMk cId="0" sldId="261"/>
            <ac:picMk id="25" creationId="{4839C27C-8FCC-7D1C-C077-0377577507B6}"/>
          </ac:picMkLst>
        </pc:picChg>
        <pc:picChg chg="add del mod">
          <ac:chgData name="L1F21BSSE0183 - Muhammad Mazhar Rehan" userId="S::l1f21bsse0183@ucp.edu.pk::d35b5143-3090-4620-a64b-e91cdc3fad01" providerId="AD" clId="Web-{457F445E-1327-2C9F-B01C-0784C655E7C5}" dt="2024-08-19T09:52:13.206" v="142" actId="1076"/>
          <ac:picMkLst>
            <pc:docMk/>
            <pc:sldMk cId="0" sldId="261"/>
            <ac:picMk id="296" creationId="{CBCA0323-97FC-1D19-77AF-662BD9E4D1BB}"/>
          </ac:picMkLst>
        </pc:picChg>
        <pc:picChg chg="add del">
          <ac:chgData name="L1F21BSSE0183 - Muhammad Mazhar Rehan" userId="S::l1f21bsse0183@ucp.edu.pk::d35b5143-3090-4620-a64b-e91cdc3fad01" providerId="AD" clId="Web-{457F445E-1327-2C9F-B01C-0784C655E7C5}" dt="2024-08-19T09:49:09.202" v="130"/>
          <ac:picMkLst>
            <pc:docMk/>
            <pc:sldMk cId="0" sldId="261"/>
            <ac:picMk id="522" creationId="{16A9E265-EEEF-D8F8-8663-18A24167DC80}"/>
          </ac:picMkLst>
        </pc:picChg>
      </pc:sldChg>
      <pc:sldChg chg="addSp delSp modSp mod modClrScheme delDesignElem chgLayout">
        <pc:chgData name="L1F21BSSE0183 - Muhammad Mazhar Rehan" userId="S::l1f21bsse0183@ucp.edu.pk::d35b5143-3090-4620-a64b-e91cdc3fad01" providerId="AD" clId="Web-{457F445E-1327-2C9F-B01C-0784C655E7C5}" dt="2024-08-19T09:55:05.616" v="157" actId="1076"/>
        <pc:sldMkLst>
          <pc:docMk/>
          <pc:sldMk cId="0" sldId="262"/>
        </pc:sldMkLst>
        <pc:spChg chg="mod ord">
          <ac:chgData name="L1F21BSSE0183 - Muhammad Mazhar Rehan" userId="S::l1f21bsse0183@ucp.edu.pk::d35b5143-3090-4620-a64b-e91cdc3fad01" providerId="AD" clId="Web-{457F445E-1327-2C9F-B01C-0784C655E7C5}" dt="2024-08-19T09:55:05.616" v="157" actId="1076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457F445E-1327-2C9F-B01C-0784C655E7C5}" dt="2024-08-19T09:54:56.866" v="156" actId="14100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53:26.832" v="144"/>
          <ac:spMkLst>
            <pc:docMk/>
            <pc:sldMk cId="0" sldId="262"/>
            <ac:spMk id="20" creationId="{AE3A741D-C19B-960A-5803-1C5887147820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53:26.832" v="144"/>
          <ac:spMkLst>
            <pc:docMk/>
            <pc:sldMk cId="0" sldId="262"/>
            <ac:spMk id="22" creationId="{9C3A50E9-9119-7BC3-083B-2D84CCC78E47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53:26.832" v="144"/>
          <ac:spMkLst>
            <pc:docMk/>
            <pc:sldMk cId="0" sldId="262"/>
            <ac:spMk id="24" creationId="{DC39DE25-0E4E-0AA7-0932-1D78C2372786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53:26.832" v="144"/>
          <ac:spMkLst>
            <pc:docMk/>
            <pc:sldMk cId="0" sldId="262"/>
            <ac:spMk id="26" creationId="{8D6EA299-0840-6DEA-E670-C49AEBC87E89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54:26.834" v="151"/>
          <ac:spMkLst>
            <pc:docMk/>
            <pc:sldMk cId="0" sldId="262"/>
            <ac:spMk id="31" creationId="{081EA652-8C6A-4E69-BEB9-170809474553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54:26.834" v="151"/>
          <ac:spMkLst>
            <pc:docMk/>
            <pc:sldMk cId="0" sldId="262"/>
            <ac:spMk id="33" creationId="{5298780A-33B9-4EA2-8F67-DE68AD62841B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54:26.834" v="151"/>
          <ac:spMkLst>
            <pc:docMk/>
            <pc:sldMk cId="0" sldId="262"/>
            <ac:spMk id="35" creationId="{7F488E8B-4E1E-4402-8935-D4E6C02615C7}"/>
          </ac:spMkLst>
        </pc:spChg>
        <pc:spChg chg="add">
          <ac:chgData name="L1F21BSSE0183 - Muhammad Mazhar Rehan" userId="S::l1f21bsse0183@ucp.edu.pk::d35b5143-3090-4620-a64b-e91cdc3fad01" providerId="AD" clId="Web-{457F445E-1327-2C9F-B01C-0784C655E7C5}" dt="2024-08-19T09:54:26.834" v="151"/>
          <ac:spMkLst>
            <pc:docMk/>
            <pc:sldMk cId="0" sldId="262"/>
            <ac:spMk id="42" creationId="{9D25F302-27C5-414F-97F8-6EA0A6C028BA}"/>
          </ac:spMkLst>
        </pc:spChg>
        <pc:spChg chg="add">
          <ac:chgData name="L1F21BSSE0183 - Muhammad Mazhar Rehan" userId="S::l1f21bsse0183@ucp.edu.pk::d35b5143-3090-4620-a64b-e91cdc3fad01" providerId="AD" clId="Web-{457F445E-1327-2C9F-B01C-0784C655E7C5}" dt="2024-08-19T09:54:26.834" v="151"/>
          <ac:spMkLst>
            <pc:docMk/>
            <pc:sldMk cId="0" sldId="262"/>
            <ac:spMk id="44" creationId="{830A36F8-48C2-4842-A87B-8CE8DF4E7FD2}"/>
          </ac:spMkLst>
        </pc:spChg>
        <pc:spChg chg="add">
          <ac:chgData name="L1F21BSSE0183 - Muhammad Mazhar Rehan" userId="S::l1f21bsse0183@ucp.edu.pk::d35b5143-3090-4620-a64b-e91cdc3fad01" providerId="AD" clId="Web-{457F445E-1327-2C9F-B01C-0784C655E7C5}" dt="2024-08-19T09:54:26.834" v="151"/>
          <ac:spMkLst>
            <pc:docMk/>
            <pc:sldMk cId="0" sldId="262"/>
            <ac:spMk id="46" creationId="{8F451A30-466B-4996-9BA5-CD6ABCC6D558}"/>
          </ac:spMkLst>
        </pc:spChg>
        <pc:picChg chg="add mod">
          <ac:chgData name="L1F21BSSE0183 - Muhammad Mazhar Rehan" userId="S::l1f21bsse0183@ucp.edu.pk::d35b5143-3090-4620-a64b-e91cdc3fad01" providerId="AD" clId="Web-{457F445E-1327-2C9F-B01C-0784C655E7C5}" dt="2024-08-19T09:54:26.834" v="151"/>
          <ac:picMkLst>
            <pc:docMk/>
            <pc:sldMk cId="0" sldId="262"/>
            <ac:picMk id="5" creationId="{A1DA1893-74E8-12BD-68C8-0132BF72D3E0}"/>
          </ac:picMkLst>
        </pc:picChg>
        <pc:picChg chg="del">
          <ac:chgData name="L1F21BSSE0183 - Muhammad Mazhar Rehan" userId="S::l1f21bsse0183@ucp.edu.pk::d35b5143-3090-4620-a64b-e91cdc3fad01" providerId="AD" clId="Web-{457F445E-1327-2C9F-B01C-0784C655E7C5}" dt="2024-08-19T09:53:12.973" v="143"/>
          <ac:picMkLst>
            <pc:docMk/>
            <pc:sldMk cId="0" sldId="262"/>
            <ac:picMk id="15" creationId="{5873EE53-81E5-4A50-AAED-6F3D062016D8}"/>
          </ac:picMkLst>
        </pc:picChg>
        <pc:cxnChg chg="add del">
          <ac:chgData name="L1F21BSSE0183 - Muhammad Mazhar Rehan" userId="S::l1f21bsse0183@ucp.edu.pk::d35b5143-3090-4620-a64b-e91cdc3fad01" providerId="AD" clId="Web-{457F445E-1327-2C9F-B01C-0784C655E7C5}" dt="2024-08-19T09:54:26.834" v="151"/>
          <ac:cxnSpMkLst>
            <pc:docMk/>
            <pc:sldMk cId="0" sldId="262"/>
            <ac:cxnSpMk id="37" creationId="{23AAC9B5-8015-485C-ACF9-A750390E9A56}"/>
          </ac:cxnSpMkLst>
        </pc:cxnChg>
      </pc:sldChg>
      <pc:sldChg chg="addSp delSp modSp mod modClrScheme delDesignElem chgLayout">
        <pc:chgData name="L1F21BSSE0183 - Muhammad Mazhar Rehan" userId="S::l1f21bsse0183@ucp.edu.pk::d35b5143-3090-4620-a64b-e91cdc3fad01" providerId="AD" clId="Web-{457F445E-1327-2C9F-B01C-0784C655E7C5}" dt="2024-08-19T09:13:01.481" v="39"/>
        <pc:sldMkLst>
          <pc:docMk/>
          <pc:sldMk cId="3902941927" sldId="263"/>
        </pc:sldMkLst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3902941927" sldId="263"/>
            <ac:spMk id="88" creationId="{F3060C83-F051-4F0E-ABAD-AA0DFC48B218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3902941927" sldId="263"/>
            <ac:spMk id="90" creationId="{83C98ABE-055B-441F-B07E-44F97F083C39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3902941927" sldId="263"/>
            <ac:spMk id="92" creationId="{29FDB030-9B49-4CED-8CCD-4D99382388AC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3902941927" sldId="263"/>
            <ac:spMk id="94" creationId="{3783CA14-24A1-485C-8B30-D6A5D87987AD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3902941927" sldId="263"/>
            <ac:spMk id="96" creationId="{9A97C86A-04D6-40F7-AE84-31AB43E6A846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3902941927" sldId="263"/>
            <ac:spMk id="98" creationId="{FF9F2414-84E8-453E-B1F3-389FDE8192D9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13:01.481" v="39"/>
          <ac:spMkLst>
            <pc:docMk/>
            <pc:sldMk cId="3902941927" sldId="263"/>
            <ac:spMk id="100" creationId="{3ECA69A1-7536-43AC-85EF-C7106179F5ED}"/>
          </ac:spMkLst>
        </pc:spChg>
        <pc:picChg chg="mod ord">
          <ac:chgData name="L1F21BSSE0183 - Muhammad Mazhar Rehan" userId="S::l1f21bsse0183@ucp.edu.pk::d35b5143-3090-4620-a64b-e91cdc3fad01" providerId="AD" clId="Web-{457F445E-1327-2C9F-B01C-0784C655E7C5}" dt="2024-08-19T09:13:01.481" v="39"/>
          <ac:picMkLst>
            <pc:docMk/>
            <pc:sldMk cId="3902941927" sldId="263"/>
            <ac:picMk id="7" creationId="{A132A632-8DBC-10C9-8AFC-307638B0F00B}"/>
          </ac:picMkLst>
        </pc:picChg>
      </pc:sldChg>
      <pc:sldChg chg="addSp delSp modSp mod setBg modClrScheme chgLayout">
        <pc:chgData name="L1F21BSSE0183 - Muhammad Mazhar Rehan" userId="S::l1f21bsse0183@ucp.edu.pk::d35b5143-3090-4620-a64b-e91cdc3fad01" providerId="AD" clId="Web-{457F445E-1327-2C9F-B01C-0784C655E7C5}" dt="2024-08-19T09:58:57.981" v="162" actId="20577"/>
        <pc:sldMkLst>
          <pc:docMk/>
          <pc:sldMk cId="4174126815" sldId="264"/>
        </pc:sldMkLst>
        <pc:spChg chg="mod ord">
          <ac:chgData name="L1F21BSSE0183 - Muhammad Mazhar Rehan" userId="S::l1f21bsse0183@ucp.edu.pk::d35b5143-3090-4620-a64b-e91cdc3fad01" providerId="AD" clId="Web-{457F445E-1327-2C9F-B01C-0784C655E7C5}" dt="2024-08-19T09:58:46.261" v="160"/>
          <ac:spMkLst>
            <pc:docMk/>
            <pc:sldMk cId="4174126815" sldId="264"/>
            <ac:spMk id="2" creationId="{98B1C564-63E9-D5C4-43C5-DDF6E221B1BD}"/>
          </ac:spMkLst>
        </pc:spChg>
        <pc:spChg chg="mod ord">
          <ac:chgData name="L1F21BSSE0183 - Muhammad Mazhar Rehan" userId="S::l1f21bsse0183@ucp.edu.pk::d35b5143-3090-4620-a64b-e91cdc3fad01" providerId="AD" clId="Web-{457F445E-1327-2C9F-B01C-0784C655E7C5}" dt="2024-08-19T09:58:57.981" v="162" actId="20577"/>
          <ac:spMkLst>
            <pc:docMk/>
            <pc:sldMk cId="4174126815" sldId="264"/>
            <ac:spMk id="3" creationId="{F117ECA5-728D-5923-2A49-3B960FC0BF75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58:46.261" v="160"/>
          <ac:spMkLst>
            <pc:docMk/>
            <pc:sldMk cId="4174126815" sldId="264"/>
            <ac:spMk id="8" creationId="{081EA652-8C6A-4E69-BEB9-170809474553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58:46.261" v="160"/>
          <ac:spMkLst>
            <pc:docMk/>
            <pc:sldMk cId="4174126815" sldId="264"/>
            <ac:spMk id="10" creationId="{5298780A-33B9-4EA2-8F67-DE68AD62841B}"/>
          </ac:spMkLst>
        </pc:spChg>
        <pc:spChg chg="add del">
          <ac:chgData name="L1F21BSSE0183 - Muhammad Mazhar Rehan" userId="S::l1f21bsse0183@ucp.edu.pk::d35b5143-3090-4620-a64b-e91cdc3fad01" providerId="AD" clId="Web-{457F445E-1327-2C9F-B01C-0784C655E7C5}" dt="2024-08-19T09:58:46.261" v="160"/>
          <ac:spMkLst>
            <pc:docMk/>
            <pc:sldMk cId="4174126815" sldId="264"/>
            <ac:spMk id="12" creationId="{7F488E8B-4E1E-4402-8935-D4E6C02615C7}"/>
          </ac:spMkLst>
        </pc:spChg>
        <pc:spChg chg="add">
          <ac:chgData name="L1F21BSSE0183 - Muhammad Mazhar Rehan" userId="S::l1f21bsse0183@ucp.edu.pk::d35b5143-3090-4620-a64b-e91cdc3fad01" providerId="AD" clId="Web-{457F445E-1327-2C9F-B01C-0784C655E7C5}" dt="2024-08-19T09:58:46.261" v="160"/>
          <ac:spMkLst>
            <pc:docMk/>
            <pc:sldMk cId="4174126815" sldId="264"/>
            <ac:spMk id="19" creationId="{081EA652-8C6A-4E69-BEB9-170809474553}"/>
          </ac:spMkLst>
        </pc:spChg>
        <pc:spChg chg="add">
          <ac:chgData name="L1F21BSSE0183 - Muhammad Mazhar Rehan" userId="S::l1f21bsse0183@ucp.edu.pk::d35b5143-3090-4620-a64b-e91cdc3fad01" providerId="AD" clId="Web-{457F445E-1327-2C9F-B01C-0784C655E7C5}" dt="2024-08-19T09:58:46.261" v="160"/>
          <ac:spMkLst>
            <pc:docMk/>
            <pc:sldMk cId="4174126815" sldId="264"/>
            <ac:spMk id="21" creationId="{5298780A-33B9-4EA2-8F67-DE68AD62841B}"/>
          </ac:spMkLst>
        </pc:spChg>
        <pc:spChg chg="add">
          <ac:chgData name="L1F21BSSE0183 - Muhammad Mazhar Rehan" userId="S::l1f21bsse0183@ucp.edu.pk::d35b5143-3090-4620-a64b-e91cdc3fad01" providerId="AD" clId="Web-{457F445E-1327-2C9F-B01C-0784C655E7C5}" dt="2024-08-19T09:58:46.261" v="160"/>
          <ac:spMkLst>
            <pc:docMk/>
            <pc:sldMk cId="4174126815" sldId="264"/>
            <ac:spMk id="23" creationId="{7F488E8B-4E1E-4402-8935-D4E6C02615C7}"/>
          </ac:spMkLst>
        </pc:spChg>
        <pc:cxnChg chg="add del">
          <ac:chgData name="L1F21BSSE0183 - Muhammad Mazhar Rehan" userId="S::l1f21bsse0183@ucp.edu.pk::d35b5143-3090-4620-a64b-e91cdc3fad01" providerId="AD" clId="Web-{457F445E-1327-2C9F-B01C-0784C655E7C5}" dt="2024-08-19T09:58:46.261" v="160"/>
          <ac:cxnSpMkLst>
            <pc:docMk/>
            <pc:sldMk cId="4174126815" sldId="264"/>
            <ac:cxnSpMk id="14" creationId="{23AAC9B5-8015-485C-ACF9-A750390E9A56}"/>
          </ac:cxnSpMkLst>
        </pc:cxnChg>
      </pc:sldChg>
      <pc:sldChg chg="del">
        <pc:chgData name="L1F21BSSE0183 - Muhammad Mazhar Rehan" userId="S::l1f21bsse0183@ucp.edu.pk::d35b5143-3090-4620-a64b-e91cdc3fad01" providerId="AD" clId="Web-{457F445E-1327-2C9F-B01C-0784C655E7C5}" dt="2024-08-19T09:01:27.544" v="0"/>
        <pc:sldMkLst>
          <pc:docMk/>
          <pc:sldMk cId="1223896945" sldId="265"/>
        </pc:sldMkLst>
      </pc:sldChg>
      <pc:sldChg chg="addSp delSp modSp new mod setBg modClrScheme setClrOvrMap delDesignElem chgLayout">
        <pc:chgData name="L1F21BSSE0183 - Muhammad Mazhar Rehan" userId="S::l1f21bsse0183@ucp.edu.pk::d35b5143-3090-4620-a64b-e91cdc3fad01" providerId="AD" clId="Web-{457F445E-1327-2C9F-B01C-0784C655E7C5}" dt="2024-08-19T09:36:20.512" v="97" actId="1076"/>
        <pc:sldMkLst>
          <pc:docMk/>
          <pc:sldMk cId="2638416469" sldId="265"/>
        </pc:sldMkLst>
        <pc:spChg chg="mod ord">
          <ac:chgData name="L1F21BSSE0183 - Muhammad Mazhar Rehan" userId="S::l1f21bsse0183@ucp.edu.pk::d35b5143-3090-4620-a64b-e91cdc3fad01" providerId="AD" clId="Web-{457F445E-1327-2C9F-B01C-0784C655E7C5}" dt="2024-08-19T09:15:32.391" v="51" actId="1076"/>
          <ac:spMkLst>
            <pc:docMk/>
            <pc:sldMk cId="2638416469" sldId="265"/>
            <ac:spMk id="2" creationId="{33E0C9FF-2910-DE1B-CA79-4508D7D858E6}"/>
          </ac:spMkLst>
        </pc:spChg>
        <pc:spChg chg="mod ord">
          <ac:chgData name="L1F21BSSE0183 - Muhammad Mazhar Rehan" userId="S::l1f21bsse0183@ucp.edu.pk::d35b5143-3090-4620-a64b-e91cdc3fad01" providerId="AD" clId="Web-{457F445E-1327-2C9F-B01C-0784C655E7C5}" dt="2024-08-19T09:36:20.512" v="97" actId="1076"/>
          <ac:spMkLst>
            <pc:docMk/>
            <pc:sldMk cId="2638416469" sldId="265"/>
            <ac:spMk id="3" creationId="{3862FC02-8531-DF74-F917-EFCF84ABF726}"/>
          </ac:spMkLst>
        </pc:spChg>
        <pc:spChg chg="add del mod ord">
          <ac:chgData name="L1F21BSSE0183 - Muhammad Mazhar Rehan" userId="S::l1f21bsse0183@ucp.edu.pk::d35b5143-3090-4620-a64b-e91cdc3fad01" providerId="AD" clId="Web-{457F445E-1327-2C9F-B01C-0784C655E7C5}" dt="2024-08-19T09:36:16.153" v="96" actId="1076"/>
          <ac:spMkLst>
            <pc:docMk/>
            <pc:sldMk cId="2638416469" sldId="265"/>
            <ac:spMk id="4" creationId="{AB1222B1-737C-A124-698B-BF0DA555B95E}"/>
          </ac:spMkLst>
        </pc:spChg>
        <pc:spChg chg="add del mod">
          <ac:chgData name="L1F21BSSE0183 - Muhammad Mazhar Rehan" userId="S::l1f21bsse0183@ucp.edu.pk::d35b5143-3090-4620-a64b-e91cdc3fad01" providerId="AD" clId="Web-{457F445E-1327-2C9F-B01C-0784C655E7C5}" dt="2024-08-19T09:15:28.875" v="50"/>
          <ac:spMkLst>
            <pc:docMk/>
            <pc:sldMk cId="2638416469" sldId="265"/>
            <ac:spMk id="9" creationId="{1E214AA7-F028-4A0D-8698-61AEC754D1BC}"/>
          </ac:spMkLst>
        </pc:spChg>
        <pc:graphicFrameChg chg="add del mod ord modGraphic">
          <ac:chgData name="L1F21BSSE0183 - Muhammad Mazhar Rehan" userId="S::l1f21bsse0183@ucp.edu.pk::d35b5143-3090-4620-a64b-e91cdc3fad01" providerId="AD" clId="Web-{457F445E-1327-2C9F-B01C-0784C655E7C5}" dt="2024-08-19T09:10:52.728" v="27"/>
          <ac:graphicFrameMkLst>
            <pc:docMk/>
            <pc:sldMk cId="2638416469" sldId="265"/>
            <ac:graphicFrameMk id="5" creationId="{603FC018-5FA5-F74E-273F-7B8E5B4B72D1}"/>
          </ac:graphicFrameMkLst>
        </pc:graphicFrameChg>
        <pc:cxnChg chg="add del">
          <ac:chgData name="L1F21BSSE0183 - Muhammad Mazhar Rehan" userId="S::l1f21bsse0183@ucp.edu.pk::d35b5143-3090-4620-a64b-e91cdc3fad01" providerId="AD" clId="Web-{457F445E-1327-2C9F-B01C-0784C655E7C5}" dt="2024-08-19T09:13:01.481" v="39"/>
          <ac:cxnSpMkLst>
            <pc:docMk/>
            <pc:sldMk cId="2638416469" sldId="265"/>
            <ac:cxnSpMk id="11" creationId="{D6206FDC-2777-4D7F-AF9C-73413DA664C9}"/>
          </ac:cxnSpMkLst>
        </pc:cxnChg>
      </pc:sldChg>
      <pc:sldChg chg="addSp delSp modSp new del">
        <pc:chgData name="L1F21BSSE0183 - Muhammad Mazhar Rehan" userId="S::l1f21bsse0183@ucp.edu.pk::d35b5143-3090-4620-a64b-e91cdc3fad01" providerId="AD" clId="Web-{457F445E-1327-2C9F-B01C-0784C655E7C5}" dt="2024-08-19T09:50:47.688" v="136"/>
        <pc:sldMkLst>
          <pc:docMk/>
          <pc:sldMk cId="678137937" sldId="266"/>
        </pc:sldMkLst>
        <pc:spChg chg="add del">
          <ac:chgData name="L1F21BSSE0183 - Muhammad Mazhar Rehan" userId="S::l1f21bsse0183@ucp.edu.pk::d35b5143-3090-4620-a64b-e91cdc3fad01" providerId="AD" clId="Web-{457F445E-1327-2C9F-B01C-0784C655E7C5}" dt="2024-08-19T09:50:46.126" v="135"/>
          <ac:spMkLst>
            <pc:docMk/>
            <pc:sldMk cId="678137937" sldId="266"/>
            <ac:spMk id="3" creationId="{6CB162AA-8E6D-119A-5F6C-3662E9ABA36E}"/>
          </ac:spMkLst>
        </pc:spChg>
        <pc:picChg chg="add del mod ord">
          <ac:chgData name="L1F21BSSE0183 - Muhammad Mazhar Rehan" userId="S::l1f21bsse0183@ucp.edu.pk::d35b5143-3090-4620-a64b-e91cdc3fad01" providerId="AD" clId="Web-{457F445E-1327-2C9F-B01C-0784C655E7C5}" dt="2024-08-19T09:50:46.126" v="135"/>
          <ac:picMkLst>
            <pc:docMk/>
            <pc:sldMk cId="678137937" sldId="266"/>
            <ac:picMk id="4" creationId="{5200ADB2-B310-AB27-D3A4-92A784BD0ACF}"/>
          </ac:picMkLst>
        </pc:picChg>
      </pc:sldChg>
      <pc:sldMasterChg chg="add del addSldLayout delSldLayout">
        <pc:chgData name="L1F21BSSE0183 - Muhammad Mazhar Rehan" userId="S::l1f21bsse0183@ucp.edu.pk::d35b5143-3090-4620-a64b-e91cdc3fad01" providerId="AD" clId="Web-{457F445E-1327-2C9F-B01C-0784C655E7C5}" dt="2024-08-19T09:13:01.481" v="39"/>
        <pc:sldMasterMkLst>
          <pc:docMk/>
          <pc:sldMasterMk cId="3302165623" sldId="2147484174"/>
        </pc:sldMasterMkLst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1369322318" sldId="2147484175"/>
          </pc:sldLayoutMkLst>
        </pc:sldLayoutChg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1189984741" sldId="2147484176"/>
          </pc:sldLayoutMkLst>
        </pc:sldLayoutChg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4206250841" sldId="2147484177"/>
          </pc:sldLayoutMkLst>
        </pc:sldLayoutChg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416011093" sldId="2147484178"/>
          </pc:sldLayoutMkLst>
        </pc:sldLayoutChg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3518439353" sldId="2147484179"/>
          </pc:sldLayoutMkLst>
        </pc:sldLayoutChg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1492619301" sldId="2147484180"/>
          </pc:sldLayoutMkLst>
        </pc:sldLayoutChg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914509156" sldId="2147484181"/>
          </pc:sldLayoutMkLst>
        </pc:sldLayoutChg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1844225327" sldId="2147484182"/>
          </pc:sldLayoutMkLst>
        </pc:sldLayoutChg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337622136" sldId="2147484183"/>
          </pc:sldLayoutMkLst>
        </pc:sldLayoutChg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2928185420" sldId="2147484184"/>
          </pc:sldLayoutMkLst>
        </pc:sldLayoutChg>
        <pc:sldLayoutChg chg="add del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3302165623" sldId="2147484174"/>
            <pc:sldLayoutMk cId="1762006303" sldId="2147484185"/>
          </pc:sldLayoutMkLst>
        </pc:sldLayoutChg>
      </pc:sldMasterChg>
      <pc:sldMasterChg chg="add del addSldLayout delSldLayout modSldLayout">
        <pc:chgData name="L1F21BSSE0183 - Muhammad Mazhar Rehan" userId="S::l1f21bsse0183@ucp.edu.pk::d35b5143-3090-4620-a64b-e91cdc3fad01" providerId="AD" clId="Web-{457F445E-1327-2C9F-B01C-0784C655E7C5}" dt="2024-08-19T09:13:01.481" v="39"/>
        <pc:sldMasterMkLst>
          <pc:docMk/>
          <pc:sldMasterMk cId="2964214168" sldId="2147484186"/>
        </pc:sldMasterMkLst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1796151917" sldId="2147484187"/>
          </pc:sldLayoutMkLst>
        </pc:sldLayoutChg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4044942722" sldId="2147484188"/>
          </pc:sldLayoutMkLst>
        </pc:sldLayoutChg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2901471834" sldId="2147484189"/>
          </pc:sldLayoutMkLst>
        </pc:sldLayoutChg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1328519432" sldId="2147484190"/>
          </pc:sldLayoutMkLst>
        </pc:sldLayoutChg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2261670505" sldId="2147484191"/>
          </pc:sldLayoutMkLst>
        </pc:sldLayoutChg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2734521700" sldId="2147484192"/>
          </pc:sldLayoutMkLst>
        </pc:sldLayoutChg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913094739" sldId="2147484193"/>
          </pc:sldLayoutMkLst>
        </pc:sldLayoutChg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922046830" sldId="2147484194"/>
          </pc:sldLayoutMkLst>
        </pc:sldLayoutChg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2139653307" sldId="2147484195"/>
          </pc:sldLayoutMkLst>
        </pc:sldLayoutChg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2895245608" sldId="2147484196"/>
          </pc:sldLayoutMkLst>
        </pc:sldLayoutChg>
        <pc:sldLayoutChg chg="add del mod replId">
          <pc:chgData name="L1F21BSSE0183 - Muhammad Mazhar Rehan" userId="S::l1f21bsse0183@ucp.edu.pk::d35b5143-3090-4620-a64b-e91cdc3fad01" providerId="AD" clId="Web-{457F445E-1327-2C9F-B01C-0784C655E7C5}" dt="2024-08-19T09:13:01.481" v="39"/>
          <pc:sldLayoutMkLst>
            <pc:docMk/>
            <pc:sldMasterMk cId="2964214168" sldId="2147484186"/>
            <pc:sldLayoutMk cId="2249850712" sldId="2147484197"/>
          </pc:sldLayoutMkLst>
        </pc:sldLayoutChg>
      </pc:sldMasterChg>
    </pc:docChg>
  </pc:docChgLst>
  <pc:docChgLst>
    <pc:chgData name="L1F21BSSE0183 - Muhammad Mazhar Rehan" userId="S::l1f21bsse0183@ucp.edu.pk::d35b5143-3090-4620-a64b-e91cdc3fad01" providerId="AD" clId="Web-{D24057F3-F752-5656-2A05-08FCD7C122B6}"/>
    <pc:docChg chg="mod addSld modSld addMainMaster delMainMaster modMainMaster setSldSz">
      <pc:chgData name="L1F21BSSE0183 - Muhammad Mazhar Rehan" userId="S::l1f21bsse0183@ucp.edu.pk::d35b5143-3090-4620-a64b-e91cdc3fad01" providerId="AD" clId="Web-{D24057F3-F752-5656-2A05-08FCD7C122B6}" dt="2024-06-27T19:25:15.580" v="310"/>
      <pc:docMkLst>
        <pc:docMk/>
      </pc:docMkLst>
      <pc:sldChg chg="addSp delSp modSp mod setBg modClrScheme chgLayout">
        <pc:chgData name="L1F21BSSE0183 - Muhammad Mazhar Rehan" userId="S::l1f21bsse0183@ucp.edu.pk::d35b5143-3090-4620-a64b-e91cdc3fad01" providerId="AD" clId="Web-{D24057F3-F752-5656-2A05-08FCD7C122B6}" dt="2024-06-27T19:16:27.399" v="229" actId="20577"/>
        <pc:sldMkLst>
          <pc:docMk/>
          <pc:sldMk cId="0" sldId="256"/>
        </pc:sldMkLst>
        <pc:spChg chg="mod ord">
          <ac:chgData name="L1F21BSSE0183 - Muhammad Mazhar Rehan" userId="S::l1f21bsse0183@ucp.edu.pk::d35b5143-3090-4620-a64b-e91cdc3fad01" providerId="AD" clId="Web-{D24057F3-F752-5656-2A05-08FCD7C122B6}" dt="2024-06-27T18:52:02.752" v="62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D24057F3-F752-5656-2A05-08FCD7C122B6}" dt="2024-06-27T19:16:27.399" v="229" actId="20577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46:25.425" v="55"/>
          <ac:spMkLst>
            <pc:docMk/>
            <pc:sldMk cId="0" sldId="256"/>
            <ac:spMk id="13" creationId="{201CC55D-ED54-4C5C-95E6-10947BD1103B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46:25.425" v="55"/>
          <ac:spMkLst>
            <pc:docMk/>
            <pc:sldMk cId="0" sldId="256"/>
            <ac:spMk id="19" creationId="{3873B707-463F-40B0-8227-E8CC6C67EB25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46:25.425" v="55"/>
          <ac:spMkLst>
            <pc:docMk/>
            <pc:sldMk cId="0" sldId="256"/>
            <ac:spMk id="21" creationId="{C13237C8-E62C-4F0D-A318-BD6FB6C2D138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46:25.425" v="55"/>
          <ac:spMkLst>
            <pc:docMk/>
            <pc:sldMk cId="0" sldId="256"/>
            <ac:spMk id="23" creationId="{19C9EAEA-39D0-4B0E-A0EB-51E7B26740B1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52:02.752" v="62"/>
          <ac:spMkLst>
            <pc:docMk/>
            <pc:sldMk cId="0" sldId="256"/>
            <ac:spMk id="28" creationId="{45D37F4E-DDB4-456B-97E0-9937730A039F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52:02.752" v="62"/>
          <ac:spMkLst>
            <pc:docMk/>
            <pc:sldMk cId="0" sldId="256"/>
            <ac:spMk id="30" creationId="{B2DD41CD-8F47-4F56-AD12-4E2FF7696987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2:02.752" v="62"/>
          <ac:spMkLst>
            <pc:docMk/>
            <pc:sldMk cId="0" sldId="256"/>
            <ac:spMk id="35" creationId="{117AB3D3-3C9C-4DED-809A-78734805B895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2:02.752" v="62"/>
          <ac:spMkLst>
            <pc:docMk/>
            <pc:sldMk cId="0" sldId="256"/>
            <ac:spMk id="37" creationId="{3A9A4357-BD1D-4622-A4FE-766E6AB8DE84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2:02.752" v="62"/>
          <ac:spMkLst>
            <pc:docMk/>
            <pc:sldMk cId="0" sldId="256"/>
            <ac:spMk id="39" creationId="{E659831F-0D9A-4C63-9EBB-8435B85A440F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2:02.752" v="62"/>
          <ac:spMkLst>
            <pc:docMk/>
            <pc:sldMk cId="0" sldId="256"/>
            <ac:spMk id="41" creationId="{E6995CE5-F890-4ABA-82A2-26507CE8D2A3}"/>
          </ac:spMkLst>
        </pc:spChg>
        <pc:grpChg chg="add del">
          <ac:chgData name="L1F21BSSE0183 - Muhammad Mazhar Rehan" userId="S::l1f21bsse0183@ucp.edu.pk::d35b5143-3090-4620-a64b-e91cdc3fad01" providerId="AD" clId="Web-{D24057F3-F752-5656-2A05-08FCD7C122B6}" dt="2024-06-27T18:46:25.425" v="55"/>
          <ac:grpSpMkLst>
            <pc:docMk/>
            <pc:sldMk cId="0" sldId="256"/>
            <ac:grpSpMk id="15" creationId="{1DE889C7-FAD6-4397-98E2-05D503484459}"/>
          </ac:grpSpMkLst>
        </pc:grpChg>
        <pc:picChg chg="add del mod">
          <ac:chgData name="L1F21BSSE0183 - Muhammad Mazhar Rehan" userId="S::l1f21bsse0183@ucp.edu.pk::d35b5143-3090-4620-a64b-e91cdc3fad01" providerId="AD" clId="Web-{D24057F3-F752-5656-2A05-08FCD7C122B6}" dt="2024-06-27T18:42:06.963" v="43"/>
          <ac:picMkLst>
            <pc:docMk/>
            <pc:sldMk cId="0" sldId="256"/>
            <ac:picMk id="4" creationId="{186078F2-6DE5-B1E3-253D-76972C89306A}"/>
          </ac:picMkLst>
        </pc:picChg>
        <pc:picChg chg="add del">
          <ac:chgData name="L1F21BSSE0183 - Muhammad Mazhar Rehan" userId="S::l1f21bsse0183@ucp.edu.pk::d35b5143-3090-4620-a64b-e91cdc3fad01" providerId="AD" clId="Web-{D24057F3-F752-5656-2A05-08FCD7C122B6}" dt="2024-06-27T18:35:08.822" v="4"/>
          <ac:picMkLst>
            <pc:docMk/>
            <pc:sldMk cId="0" sldId="256"/>
            <ac:picMk id="5" creationId="{8D481A0E-6532-5AF1-8F69-19A31842CE5F}"/>
          </ac:picMkLst>
        </pc:picChg>
        <pc:picChg chg="add del mod">
          <ac:chgData name="L1F21BSSE0183 - Muhammad Mazhar Rehan" userId="S::l1f21bsse0183@ucp.edu.pk::d35b5143-3090-4620-a64b-e91cdc3fad01" providerId="AD" clId="Web-{D24057F3-F752-5656-2A05-08FCD7C122B6}" dt="2024-06-27T18:42:45.839" v="45"/>
          <ac:picMkLst>
            <pc:docMk/>
            <pc:sldMk cId="0" sldId="256"/>
            <ac:picMk id="6" creationId="{A823A992-74AC-A301-BD2E-5782B07A23AC}"/>
          </ac:picMkLst>
        </pc:picChg>
        <pc:picChg chg="add del mod">
          <ac:chgData name="L1F21BSSE0183 - Muhammad Mazhar Rehan" userId="S::l1f21bsse0183@ucp.edu.pk::d35b5143-3090-4620-a64b-e91cdc3fad01" providerId="AD" clId="Web-{D24057F3-F752-5656-2A05-08FCD7C122B6}" dt="2024-06-27T18:44:03.623" v="51"/>
          <ac:picMkLst>
            <pc:docMk/>
            <pc:sldMk cId="0" sldId="256"/>
            <ac:picMk id="7" creationId="{DB77A03A-18D9-C942-6AFB-19CC0641EC9B}"/>
          </ac:picMkLst>
        </pc:picChg>
        <pc:picChg chg="add del mod">
          <ac:chgData name="L1F21BSSE0183 - Muhammad Mazhar Rehan" userId="S::l1f21bsse0183@ucp.edu.pk::d35b5143-3090-4620-a64b-e91cdc3fad01" providerId="AD" clId="Web-{D24057F3-F752-5656-2A05-08FCD7C122B6}" dt="2024-06-27T18:49:29.090" v="59"/>
          <ac:picMkLst>
            <pc:docMk/>
            <pc:sldMk cId="0" sldId="256"/>
            <ac:picMk id="8" creationId="{BE62F02D-6C9E-C94E-DA4A-3B8ECA6CE2A4}"/>
          </ac:picMkLst>
        </pc:picChg>
        <pc:picChg chg="add mod">
          <ac:chgData name="L1F21BSSE0183 - Muhammad Mazhar Rehan" userId="S::l1f21bsse0183@ucp.edu.pk::d35b5143-3090-4620-a64b-e91cdc3fad01" providerId="AD" clId="Web-{D24057F3-F752-5656-2A05-08FCD7C122B6}" dt="2024-06-27T18:52:02.752" v="62"/>
          <ac:picMkLst>
            <pc:docMk/>
            <pc:sldMk cId="0" sldId="256"/>
            <ac:picMk id="9" creationId="{C8E58556-297F-63B2-8CBC-3838B9D6C849}"/>
          </ac:picMkLst>
        </pc:picChg>
      </pc:sldChg>
      <pc:sldChg chg="addSp modSp mod setBg modClrScheme chgLayout">
        <pc:chgData name="L1F21BSSE0183 - Muhammad Mazhar Rehan" userId="S::l1f21bsse0183@ucp.edu.pk::d35b5143-3090-4620-a64b-e91cdc3fad01" providerId="AD" clId="Web-{D24057F3-F752-5656-2A05-08FCD7C122B6}" dt="2024-06-27T19:23:43.045" v="303" actId="20577"/>
        <pc:sldMkLst>
          <pc:docMk/>
          <pc:sldMk cId="0" sldId="257"/>
        </pc:sldMkLst>
        <pc:spChg chg="mod ord">
          <ac:chgData name="L1F21BSSE0183 - Muhammad Mazhar Rehan" userId="S::l1f21bsse0183@ucp.edu.pk::d35b5143-3090-4620-a64b-e91cdc3fad01" providerId="AD" clId="Web-{D24057F3-F752-5656-2A05-08FCD7C122B6}" dt="2024-06-27T19:21:02.102" v="292" actId="20577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D24057F3-F752-5656-2A05-08FCD7C122B6}" dt="2024-06-27T19:23:43.045" v="303" actId="20577"/>
          <ac:spMkLst>
            <pc:docMk/>
            <pc:sldMk cId="0" sldId="257"/>
            <ac:spMk id="3" creationId="{00000000-0000-0000-0000-000000000000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2:25.956" v="63"/>
          <ac:spMkLst>
            <pc:docMk/>
            <pc:sldMk cId="0" sldId="257"/>
            <ac:spMk id="8" creationId="{DBF61EA3-B236-439E-9C0B-340980D56BEE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2:25.956" v="63"/>
          <ac:spMkLst>
            <pc:docMk/>
            <pc:sldMk cId="0" sldId="257"/>
            <ac:spMk id="14" creationId="{E659831F-0D9A-4C63-9EBB-8435B85A440F}"/>
          </ac:spMkLst>
        </pc:spChg>
        <pc:grpChg chg="add">
          <ac:chgData name="L1F21BSSE0183 - Muhammad Mazhar Rehan" userId="S::l1f21bsse0183@ucp.edu.pk::d35b5143-3090-4620-a64b-e91cdc3fad01" providerId="AD" clId="Web-{D24057F3-F752-5656-2A05-08FCD7C122B6}" dt="2024-06-27T18:52:25.956" v="63"/>
          <ac:grpSpMkLst>
            <pc:docMk/>
            <pc:sldMk cId="0" sldId="257"/>
            <ac:grpSpMk id="10" creationId="{28FAF094-D087-493F-8DF9-A486C2D6BBAA}"/>
          </ac:grpSpMkLst>
        </pc:grpChg>
      </pc:sldChg>
      <pc:sldChg chg="addSp delSp modSp mod setBg modClrScheme chgLayout">
        <pc:chgData name="L1F21BSSE0183 - Muhammad Mazhar Rehan" userId="S::l1f21bsse0183@ucp.edu.pk::d35b5143-3090-4620-a64b-e91cdc3fad01" providerId="AD" clId="Web-{D24057F3-F752-5656-2A05-08FCD7C122B6}" dt="2024-06-27T19:18:42.341" v="256" actId="1076"/>
        <pc:sldMkLst>
          <pc:docMk/>
          <pc:sldMk cId="0" sldId="258"/>
        </pc:sldMkLst>
        <pc:spChg chg="mod ord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D24057F3-F752-5656-2A05-08FCD7C122B6}" dt="2024-06-27T19:18:42.341" v="256" actId="107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4:51.083" v="208"/>
          <ac:spMkLst>
            <pc:docMk/>
            <pc:sldMk cId="0" sldId="258"/>
            <ac:spMk id="9" creationId="{9F7D5CDA-D291-4307-BF55-1381FED29634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4:51.083" v="208"/>
          <ac:spMkLst>
            <pc:docMk/>
            <pc:sldMk cId="0" sldId="258"/>
            <ac:spMk id="11" creationId="{59B296B9-C5A5-4E4F-9B60-C907B5F1466C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4:51.083" v="208"/>
          <ac:spMkLst>
            <pc:docMk/>
            <pc:sldMk cId="0" sldId="258"/>
            <ac:spMk id="13" creationId="{D0300FD3-5AF1-6305-15FA-9078072672E2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15" creationId="{DBC6133C-0615-4CE4-9132-37E609A9BDFA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16" creationId="{169CC832-2974-4E8D-90ED-3E2941BA7336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17" creationId="{55222F96-971A-4F90-B841-6BAB416C7AC1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4:38.301" v="207"/>
          <ac:spMkLst>
            <pc:docMk/>
            <pc:sldMk cId="0" sldId="258"/>
            <ac:spMk id="18" creationId="{117AB3D3-3C9C-4DED-809A-78734805B895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19" creationId="{08980754-6F4B-43C9-B9BE-127B6BED6586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4:38.301" v="207"/>
          <ac:spMkLst>
            <pc:docMk/>
            <pc:sldMk cId="0" sldId="258"/>
            <ac:spMk id="20" creationId="{3A9A4357-BD1D-4622-A4FE-766E6AB8DE84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4:38.301" v="207"/>
          <ac:spMkLst>
            <pc:docMk/>
            <pc:sldMk cId="0" sldId="258"/>
            <ac:spMk id="22" creationId="{E659831F-0D9A-4C63-9EBB-8435B85A440F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4:38.301" v="207"/>
          <ac:spMkLst>
            <pc:docMk/>
            <pc:sldMk cId="0" sldId="258"/>
            <ac:spMk id="24" creationId="{E6995CE5-F890-4ABA-82A2-26507CE8D2A3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26" creationId="{2C1BBA94-3F40-40AA-8BB9-E69E25E537C1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8:21.731" v="246"/>
          <ac:spMkLst>
            <pc:docMk/>
            <pc:sldMk cId="0" sldId="258"/>
            <ac:spMk id="31" creationId="{DBC6133C-0615-4CE4-9132-37E609A9BDFA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8:21.731" v="246"/>
          <ac:spMkLst>
            <pc:docMk/>
            <pc:sldMk cId="0" sldId="258"/>
            <ac:spMk id="33" creationId="{169CC832-2974-4E8D-90ED-3E2941BA7336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8:21.731" v="246"/>
          <ac:spMkLst>
            <pc:docMk/>
            <pc:sldMk cId="0" sldId="258"/>
            <ac:spMk id="35" creationId="{55222F96-971A-4F90-B841-6BAB416C7AC1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8:21.731" v="246"/>
          <ac:spMkLst>
            <pc:docMk/>
            <pc:sldMk cId="0" sldId="258"/>
            <ac:spMk id="37" creationId="{08980754-6F4B-43C9-B9BE-127B6BED6586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18:21.731" v="246"/>
          <ac:spMkLst>
            <pc:docMk/>
            <pc:sldMk cId="0" sldId="258"/>
            <ac:spMk id="39" creationId="{2C1BBA94-3F40-40AA-8BB9-E69E25E537C1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41" creationId="{3756B343-807D-456E-AA26-80E96B75D13B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42" creationId="{08980754-6F4B-43C9-B9BE-127B6BED6586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43" creationId="{2C1BBA94-3F40-40AA-8BB9-E69E25E537C1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44" creationId="{169CC832-2974-4E8D-90ED-3E2941BA7336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18:21.731" v="247"/>
          <ac:spMkLst>
            <pc:docMk/>
            <pc:sldMk cId="0" sldId="258"/>
            <ac:spMk id="45" creationId="{55222F96-971A-4F90-B841-6BAB416C7AC1}"/>
          </ac:spMkLst>
        </pc:spChg>
        <pc:picChg chg="add mod ord">
          <ac:chgData name="L1F21BSSE0183 - Muhammad Mazhar Rehan" userId="S::l1f21bsse0183@ucp.edu.pk::d35b5143-3090-4620-a64b-e91cdc3fad01" providerId="AD" clId="Web-{D24057F3-F752-5656-2A05-08FCD7C122B6}" dt="2024-06-27T19:18:21.731" v="247"/>
          <ac:picMkLst>
            <pc:docMk/>
            <pc:sldMk cId="0" sldId="258"/>
            <ac:picMk id="5" creationId="{64893329-9E24-6EFF-8883-416401D28A9B}"/>
          </ac:picMkLst>
        </pc:picChg>
      </pc:sldChg>
      <pc:sldChg chg="addSp modSp mod setBg modClrScheme chgLayout">
        <pc:chgData name="L1F21BSSE0183 - Muhammad Mazhar Rehan" userId="S::l1f21bsse0183@ucp.edu.pk::d35b5143-3090-4620-a64b-e91cdc3fad01" providerId="AD" clId="Web-{D24057F3-F752-5656-2A05-08FCD7C122B6}" dt="2024-06-27T19:15:59.773" v="227" actId="14100"/>
        <pc:sldMkLst>
          <pc:docMk/>
          <pc:sldMk cId="0" sldId="259"/>
        </pc:sldMkLst>
        <pc:spChg chg="mod ord">
          <ac:chgData name="L1F21BSSE0183 - Muhammad Mazhar Rehan" userId="S::l1f21bsse0183@ucp.edu.pk::d35b5143-3090-4620-a64b-e91cdc3fad01" providerId="AD" clId="Web-{D24057F3-F752-5656-2A05-08FCD7C122B6}" dt="2024-06-27T18:53:19.364" v="65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D24057F3-F752-5656-2A05-08FCD7C122B6}" dt="2024-06-27T19:15:59.773" v="227" actId="14100"/>
          <ac:spMkLst>
            <pc:docMk/>
            <pc:sldMk cId="0" sldId="259"/>
            <ac:spMk id="3" creationId="{00000000-0000-0000-0000-000000000000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3:19.364" v="65"/>
          <ac:spMkLst>
            <pc:docMk/>
            <pc:sldMk cId="0" sldId="259"/>
            <ac:spMk id="8" creationId="{8B9AA7C6-5E5A-498E-A6DF-A943376E09BC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3:19.364" v="65"/>
          <ac:spMkLst>
            <pc:docMk/>
            <pc:sldMk cId="0" sldId="259"/>
            <ac:spMk id="14" creationId="{81E140AE-0ABF-47C8-BF32-7D2F0CF2BA44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3:19.364" v="65"/>
          <ac:spMkLst>
            <pc:docMk/>
            <pc:sldMk cId="0" sldId="259"/>
            <ac:spMk id="16" creationId="{CBC4F608-B4B8-48C3-9572-C0F061B1CD99}"/>
          </ac:spMkLst>
        </pc:spChg>
        <pc:grpChg chg="add">
          <ac:chgData name="L1F21BSSE0183 - Muhammad Mazhar Rehan" userId="S::l1f21bsse0183@ucp.edu.pk::d35b5143-3090-4620-a64b-e91cdc3fad01" providerId="AD" clId="Web-{D24057F3-F752-5656-2A05-08FCD7C122B6}" dt="2024-06-27T18:53:19.364" v="65"/>
          <ac:grpSpMkLst>
            <pc:docMk/>
            <pc:sldMk cId="0" sldId="259"/>
            <ac:grpSpMk id="10" creationId="{83EAB11A-76F7-48F4-9B4F-5BFDF4BF9670}"/>
          </ac:grpSpMkLst>
        </pc:grpChg>
      </pc:sldChg>
      <pc:sldChg chg="addSp delSp modSp mod setBg modClrScheme chgLayout modNotes">
        <pc:chgData name="L1F21BSSE0183 - Muhammad Mazhar Rehan" userId="S::l1f21bsse0183@ucp.edu.pk::d35b5143-3090-4620-a64b-e91cdc3fad01" providerId="AD" clId="Web-{D24057F3-F752-5656-2A05-08FCD7C122B6}" dt="2024-06-27T19:25:15.580" v="310"/>
        <pc:sldMkLst>
          <pc:docMk/>
          <pc:sldMk cId="0" sldId="260"/>
        </pc:sldMkLst>
        <pc:spChg chg="mod ord">
          <ac:chgData name="L1F21BSSE0183 - Muhammad Mazhar Rehan" userId="S::l1f21bsse0183@ucp.edu.pk::d35b5143-3090-4620-a64b-e91cdc3fad01" providerId="AD" clId="Web-{D24057F3-F752-5656-2A05-08FCD7C122B6}" dt="2024-06-27T19:11:28.904" v="173" actId="14100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D24057F3-F752-5656-2A05-08FCD7C122B6}" dt="2024-06-27T19:11:39.092" v="175" actId="14100"/>
          <ac:spMkLst>
            <pc:docMk/>
            <pc:sldMk cId="0" sldId="260"/>
            <ac:spMk id="3" creationId="{00000000-0000-0000-0000-000000000000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3:56.881" v="68"/>
          <ac:spMkLst>
            <pc:docMk/>
            <pc:sldMk cId="0" sldId="260"/>
            <ac:spMk id="8" creationId="{B6CDA21F-E7AF-4C75-8395-33F58D5B0E45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53:56.881" v="67"/>
          <ac:spMkLst>
            <pc:docMk/>
            <pc:sldMk cId="0" sldId="260"/>
            <ac:spMk id="9" creationId="{04C21BAE-6866-4C7A-A7EC-C1B2E572D5BE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53:56.881" v="67"/>
          <ac:spMkLst>
            <pc:docMk/>
            <pc:sldMk cId="0" sldId="260"/>
            <ac:spMk id="11" creationId="{7E7D0C94-08B4-48AE-8813-CC4D60294F42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53:56.881" v="67"/>
          <ac:spMkLst>
            <pc:docMk/>
            <pc:sldMk cId="0" sldId="260"/>
            <ac:spMk id="13" creationId="{F0C518C2-0AA4-470C-87B9-9CBF428FBA25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3:56.881" v="68"/>
          <ac:spMkLst>
            <pc:docMk/>
            <pc:sldMk cId="0" sldId="260"/>
            <ac:spMk id="15" creationId="{D5B0017B-2ECA-49AF-B397-DC140825DF8D}"/>
          </ac:spMkLst>
        </pc:spChg>
        <pc:grpChg chg="add">
          <ac:chgData name="L1F21BSSE0183 - Muhammad Mazhar Rehan" userId="S::l1f21bsse0183@ucp.edu.pk::d35b5143-3090-4620-a64b-e91cdc3fad01" providerId="AD" clId="Web-{D24057F3-F752-5656-2A05-08FCD7C122B6}" dt="2024-06-27T18:53:56.881" v="68"/>
          <ac:grpSpMkLst>
            <pc:docMk/>
            <pc:sldMk cId="0" sldId="260"/>
            <ac:grpSpMk id="10" creationId="{AE1C45F0-260A-458C-96ED-C1F6D2151219}"/>
          </ac:grpSpMkLst>
        </pc:grpChg>
        <pc:picChg chg="add del mod">
          <ac:chgData name="L1F21BSSE0183 - Muhammad Mazhar Rehan" userId="S::l1f21bsse0183@ucp.edu.pk::d35b5143-3090-4620-a64b-e91cdc3fad01" providerId="AD" clId="Web-{D24057F3-F752-5656-2A05-08FCD7C122B6}" dt="2024-06-27T18:59:56.738" v="84"/>
          <ac:picMkLst>
            <pc:docMk/>
            <pc:sldMk cId="0" sldId="260"/>
            <ac:picMk id="4" creationId="{045945F4-AB9F-0D18-A986-55E14E5148FF}"/>
          </ac:picMkLst>
        </pc:picChg>
        <pc:picChg chg="add del">
          <ac:chgData name="L1F21BSSE0183 - Muhammad Mazhar Rehan" userId="S::l1f21bsse0183@ucp.edu.pk::d35b5143-3090-4620-a64b-e91cdc3fad01" providerId="AD" clId="Web-{D24057F3-F752-5656-2A05-08FCD7C122B6}" dt="2024-06-27T18:53:56.881" v="67"/>
          <ac:picMkLst>
            <pc:docMk/>
            <pc:sldMk cId="0" sldId="260"/>
            <ac:picMk id="5" creationId="{99EF47A7-4692-90AE-4A1E-A61D06354E0E}"/>
          </ac:picMkLst>
        </pc:picChg>
        <pc:cxnChg chg="add">
          <ac:chgData name="L1F21BSSE0183 - Muhammad Mazhar Rehan" userId="S::l1f21bsse0183@ucp.edu.pk::d35b5143-3090-4620-a64b-e91cdc3fad01" providerId="AD" clId="Web-{D24057F3-F752-5656-2A05-08FCD7C122B6}" dt="2024-06-27T18:53:56.881" v="68"/>
          <ac:cxnSpMkLst>
            <pc:docMk/>
            <pc:sldMk cId="0" sldId="260"/>
            <ac:cxnSpMk id="17" creationId="{6CF1BAF6-AD41-4082-B212-8A1F9A2E8779}"/>
          </ac:cxnSpMkLst>
        </pc:cxnChg>
      </pc:sldChg>
      <pc:sldChg chg="addSp delSp modSp mod setBg modClrScheme chgLayout">
        <pc:chgData name="L1F21BSSE0183 - Muhammad Mazhar Rehan" userId="S::l1f21bsse0183@ucp.edu.pk::d35b5143-3090-4620-a64b-e91cdc3fad01" providerId="AD" clId="Web-{D24057F3-F752-5656-2A05-08FCD7C122B6}" dt="2024-06-27T19:13:01.079" v="201" actId="20577"/>
        <pc:sldMkLst>
          <pc:docMk/>
          <pc:sldMk cId="0" sldId="261"/>
        </pc:sldMkLst>
        <pc:spChg chg="mod ord">
          <ac:chgData name="L1F21BSSE0183 - Muhammad Mazhar Rehan" userId="S::l1f21bsse0183@ucp.edu.pk::d35b5143-3090-4620-a64b-e91cdc3fad01" providerId="AD" clId="Web-{D24057F3-F752-5656-2A05-08FCD7C122B6}" dt="2024-06-27T19:13:01.079" v="201" actId="20577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D24057F3-F752-5656-2A05-08FCD7C122B6}" dt="2024-06-27T19:12:37.328" v="192" actId="20577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55:15.509" v="77"/>
          <ac:spMkLst>
            <pc:docMk/>
            <pc:sldMk cId="0" sldId="261"/>
            <ac:spMk id="8" creationId="{DBF61EA3-B236-439E-9C0B-340980D56BEE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55:15.509" v="77"/>
          <ac:spMkLst>
            <pc:docMk/>
            <pc:sldMk cId="0" sldId="261"/>
            <ac:spMk id="14" creationId="{E659831F-0D9A-4C63-9EBB-8435B85A440F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55:18.962" v="79"/>
          <ac:spMkLst>
            <pc:docMk/>
            <pc:sldMk cId="0" sldId="261"/>
            <ac:spMk id="15" creationId="{D5B0017B-2ECA-49AF-B397-DC140825DF8D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8:55:18.962" v="79"/>
          <ac:spMkLst>
            <pc:docMk/>
            <pc:sldMk cId="0" sldId="261"/>
            <ac:spMk id="16" creationId="{B6CDA21F-E7AF-4C75-8395-33F58D5B0E45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5:18.962" v="80"/>
          <ac:spMkLst>
            <pc:docMk/>
            <pc:sldMk cId="0" sldId="261"/>
            <ac:spMk id="20" creationId="{DBF61EA3-B236-439E-9C0B-340980D56BEE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5:18.962" v="80"/>
          <ac:spMkLst>
            <pc:docMk/>
            <pc:sldMk cId="0" sldId="261"/>
            <ac:spMk id="22" creationId="{E659831F-0D9A-4C63-9EBB-8435B85A440F}"/>
          </ac:spMkLst>
        </pc:spChg>
        <pc:grpChg chg="add del">
          <ac:chgData name="L1F21BSSE0183 - Muhammad Mazhar Rehan" userId="S::l1f21bsse0183@ucp.edu.pk::d35b5143-3090-4620-a64b-e91cdc3fad01" providerId="AD" clId="Web-{D24057F3-F752-5656-2A05-08FCD7C122B6}" dt="2024-06-27T18:55:15.509" v="77"/>
          <ac:grpSpMkLst>
            <pc:docMk/>
            <pc:sldMk cId="0" sldId="261"/>
            <ac:grpSpMk id="10" creationId="{28FAF094-D087-493F-8DF9-A486C2D6BBAA}"/>
          </ac:grpSpMkLst>
        </pc:grpChg>
        <pc:grpChg chg="add del">
          <ac:chgData name="L1F21BSSE0183 - Muhammad Mazhar Rehan" userId="S::l1f21bsse0183@ucp.edu.pk::d35b5143-3090-4620-a64b-e91cdc3fad01" providerId="AD" clId="Web-{D24057F3-F752-5656-2A05-08FCD7C122B6}" dt="2024-06-27T18:55:18.962" v="79"/>
          <ac:grpSpMkLst>
            <pc:docMk/>
            <pc:sldMk cId="0" sldId="261"/>
            <ac:grpSpMk id="18" creationId="{AE1C45F0-260A-458C-96ED-C1F6D2151219}"/>
          </ac:grpSpMkLst>
        </pc:grpChg>
        <pc:grpChg chg="add">
          <ac:chgData name="L1F21BSSE0183 - Muhammad Mazhar Rehan" userId="S::l1f21bsse0183@ucp.edu.pk::d35b5143-3090-4620-a64b-e91cdc3fad01" providerId="AD" clId="Web-{D24057F3-F752-5656-2A05-08FCD7C122B6}" dt="2024-06-27T18:55:18.962" v="80"/>
          <ac:grpSpMkLst>
            <pc:docMk/>
            <pc:sldMk cId="0" sldId="261"/>
            <ac:grpSpMk id="21" creationId="{28FAF094-D087-493F-8DF9-A486C2D6BBAA}"/>
          </ac:grpSpMkLst>
        </pc:grpChg>
        <pc:cxnChg chg="add del">
          <ac:chgData name="L1F21BSSE0183 - Muhammad Mazhar Rehan" userId="S::l1f21bsse0183@ucp.edu.pk::d35b5143-3090-4620-a64b-e91cdc3fad01" providerId="AD" clId="Web-{D24057F3-F752-5656-2A05-08FCD7C122B6}" dt="2024-06-27T18:55:18.962" v="79"/>
          <ac:cxnSpMkLst>
            <pc:docMk/>
            <pc:sldMk cId="0" sldId="261"/>
            <ac:cxnSpMk id="17" creationId="{6CF1BAF6-AD41-4082-B212-8A1F9A2E8779}"/>
          </ac:cxnSpMkLst>
        </pc:cxnChg>
      </pc:sldChg>
      <pc:sldChg chg="addSp modSp mod setBg modClrScheme chgLayout">
        <pc:chgData name="L1F21BSSE0183 - Muhammad Mazhar Rehan" userId="S::l1f21bsse0183@ucp.edu.pk::d35b5143-3090-4620-a64b-e91cdc3fad01" providerId="AD" clId="Web-{D24057F3-F752-5656-2A05-08FCD7C122B6}" dt="2024-06-27T19:13:12.158" v="203" actId="20577"/>
        <pc:sldMkLst>
          <pc:docMk/>
          <pc:sldMk cId="0" sldId="262"/>
        </pc:sldMkLst>
        <pc:spChg chg="mod ord">
          <ac:chgData name="L1F21BSSE0183 - Muhammad Mazhar Rehan" userId="S::l1f21bsse0183@ucp.edu.pk::d35b5143-3090-4620-a64b-e91cdc3fad01" providerId="AD" clId="Web-{D24057F3-F752-5656-2A05-08FCD7C122B6}" dt="2024-06-27T18:55:50.947" v="81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L1F21BSSE0183 - Muhammad Mazhar Rehan" userId="S::l1f21bsse0183@ucp.edu.pk::d35b5143-3090-4620-a64b-e91cdc3fad01" providerId="AD" clId="Web-{D24057F3-F752-5656-2A05-08FCD7C122B6}" dt="2024-06-27T19:13:12.158" v="203" actId="20577"/>
          <ac:spMkLst>
            <pc:docMk/>
            <pc:sldMk cId="0" sldId="262"/>
            <ac:spMk id="3" creationId="{00000000-0000-0000-0000-000000000000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5:50.947" v="81"/>
          <ac:spMkLst>
            <pc:docMk/>
            <pc:sldMk cId="0" sldId="262"/>
            <ac:spMk id="8" creationId="{4DA718D0-4865-4629-8134-44F68D41D574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8:55:50.947" v="81"/>
          <ac:spMkLst>
            <pc:docMk/>
            <pc:sldMk cId="0" sldId="262"/>
            <ac:spMk id="14" creationId="{CBC4F608-B4B8-48C3-9572-C0F061B1CD99}"/>
          </ac:spMkLst>
        </pc:spChg>
        <pc:grpChg chg="add">
          <ac:chgData name="L1F21BSSE0183 - Muhammad Mazhar Rehan" userId="S::l1f21bsse0183@ucp.edu.pk::d35b5143-3090-4620-a64b-e91cdc3fad01" providerId="AD" clId="Web-{D24057F3-F752-5656-2A05-08FCD7C122B6}" dt="2024-06-27T18:55:50.947" v="81"/>
          <ac:grpSpMkLst>
            <pc:docMk/>
            <pc:sldMk cId="0" sldId="262"/>
            <ac:grpSpMk id="10" creationId="{65167ED7-6315-43AB-B1B6-C326D5FD8F84}"/>
          </ac:grpSpMkLst>
        </pc:grpChg>
      </pc:sldChg>
      <pc:sldChg chg="addSp delSp modSp new mod setBg">
        <pc:chgData name="L1F21BSSE0183 - Muhammad Mazhar Rehan" userId="S::l1f21bsse0183@ucp.edu.pk::d35b5143-3090-4620-a64b-e91cdc3fad01" providerId="AD" clId="Web-{D24057F3-F752-5656-2A05-08FCD7C122B6}" dt="2024-06-27T19:05:33.719" v="103"/>
        <pc:sldMkLst>
          <pc:docMk/>
          <pc:sldMk cId="3902941927" sldId="263"/>
        </pc:sldMkLst>
        <pc:spChg chg="del">
          <ac:chgData name="L1F21BSSE0183 - Muhammad Mazhar Rehan" userId="S::l1f21bsse0183@ucp.edu.pk::d35b5143-3090-4620-a64b-e91cdc3fad01" providerId="AD" clId="Web-{D24057F3-F752-5656-2A05-08FCD7C122B6}" dt="2024-06-27T19:01:46.882" v="87"/>
          <ac:spMkLst>
            <pc:docMk/>
            <pc:sldMk cId="3902941927" sldId="263"/>
            <ac:spMk id="2" creationId="{E3DD026C-4C88-F20E-2BEA-DEA5129DCFF1}"/>
          </ac:spMkLst>
        </pc:spChg>
        <pc:spChg chg="del">
          <ac:chgData name="L1F21BSSE0183 - Muhammad Mazhar Rehan" userId="S::l1f21bsse0183@ucp.edu.pk::d35b5143-3090-4620-a64b-e91cdc3fad01" providerId="AD" clId="Web-{D24057F3-F752-5656-2A05-08FCD7C122B6}" dt="2024-06-27T19:01:41.398" v="86"/>
          <ac:spMkLst>
            <pc:docMk/>
            <pc:sldMk cId="3902941927" sldId="263"/>
            <ac:spMk id="3" creationId="{EDE03448-8FF0-C763-3E1D-BC0BE1AD4717}"/>
          </ac:spMkLst>
        </pc:spChg>
        <pc:spChg chg="add del mod">
          <ac:chgData name="L1F21BSSE0183 - Muhammad Mazhar Rehan" userId="S::l1f21bsse0183@ucp.edu.pk::d35b5143-3090-4620-a64b-e91cdc3fad01" providerId="AD" clId="Web-{D24057F3-F752-5656-2A05-08FCD7C122B6}" dt="2024-06-27T19:03:52.106" v="95"/>
          <ac:spMkLst>
            <pc:docMk/>
            <pc:sldMk cId="3902941927" sldId="263"/>
            <ac:spMk id="6" creationId="{8D18BCE3-5651-D23B-3DD5-DEBE3F75433C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2:23.102" v="89"/>
          <ac:spMkLst>
            <pc:docMk/>
            <pc:sldMk cId="3902941927" sldId="263"/>
            <ac:spMk id="9" creationId="{F3060C83-F051-4F0E-ABAD-AA0DFC48B218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2:23.102" v="89"/>
          <ac:spMkLst>
            <pc:docMk/>
            <pc:sldMk cId="3902941927" sldId="263"/>
            <ac:spMk id="11" creationId="{83C98ABE-055B-441F-B07E-44F97F083C39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2:23.102" v="89"/>
          <ac:spMkLst>
            <pc:docMk/>
            <pc:sldMk cId="3902941927" sldId="263"/>
            <ac:spMk id="13" creationId="{29FDB030-9B49-4CED-8CCD-4D99382388AC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2:23.102" v="89"/>
          <ac:spMkLst>
            <pc:docMk/>
            <pc:sldMk cId="3902941927" sldId="263"/>
            <ac:spMk id="15" creationId="{3783CA14-24A1-485C-8B30-D6A5D87987AD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2:23.102" v="89"/>
          <ac:spMkLst>
            <pc:docMk/>
            <pc:sldMk cId="3902941927" sldId="263"/>
            <ac:spMk id="17" creationId="{9A97C86A-04D6-40F7-AE84-31AB43E6A846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2:23.102" v="89"/>
          <ac:spMkLst>
            <pc:docMk/>
            <pc:sldMk cId="3902941927" sldId="263"/>
            <ac:spMk id="19" creationId="{FF9F2414-84E8-453E-B1F3-389FDE8192D9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2:23.102" v="89"/>
          <ac:spMkLst>
            <pc:docMk/>
            <pc:sldMk cId="3902941927" sldId="263"/>
            <ac:spMk id="21" creationId="{3ECA69A1-7536-43AC-85EF-C7106179F5ED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00.807" v="92"/>
          <ac:spMkLst>
            <pc:docMk/>
            <pc:sldMk cId="3902941927" sldId="263"/>
            <ac:spMk id="26" creationId="{F3060C83-F051-4F0E-ABAD-AA0DFC48B218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00.807" v="92"/>
          <ac:spMkLst>
            <pc:docMk/>
            <pc:sldMk cId="3902941927" sldId="263"/>
            <ac:spMk id="28" creationId="{83C98ABE-055B-441F-B07E-44F97F083C39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00.807" v="92"/>
          <ac:spMkLst>
            <pc:docMk/>
            <pc:sldMk cId="3902941927" sldId="263"/>
            <ac:spMk id="30" creationId="{29FDB030-9B49-4CED-8CCD-4D99382388AC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00.807" v="92"/>
          <ac:spMkLst>
            <pc:docMk/>
            <pc:sldMk cId="3902941927" sldId="263"/>
            <ac:spMk id="32" creationId="{3783CA14-24A1-485C-8B30-D6A5D87987AD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00.807" v="92"/>
          <ac:spMkLst>
            <pc:docMk/>
            <pc:sldMk cId="3902941927" sldId="263"/>
            <ac:spMk id="34" creationId="{9A97C86A-04D6-40F7-AE84-31AB43E6A846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00.807" v="92"/>
          <ac:spMkLst>
            <pc:docMk/>
            <pc:sldMk cId="3902941927" sldId="263"/>
            <ac:spMk id="36" creationId="{FF9F2414-84E8-453E-B1F3-389FDE8192D9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00.807" v="92"/>
          <ac:spMkLst>
            <pc:docMk/>
            <pc:sldMk cId="3902941927" sldId="263"/>
            <ac:spMk id="38" creationId="{3ECA69A1-7536-43AC-85EF-C7106179F5ED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22.901" v="93"/>
          <ac:spMkLst>
            <pc:docMk/>
            <pc:sldMk cId="3902941927" sldId="263"/>
            <ac:spMk id="43" creationId="{F3060C83-F051-4F0E-ABAD-AA0DFC48B218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22.901" v="93"/>
          <ac:spMkLst>
            <pc:docMk/>
            <pc:sldMk cId="3902941927" sldId="263"/>
            <ac:spMk id="45" creationId="{83C98ABE-055B-441F-B07E-44F97F083C39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22.901" v="93"/>
          <ac:spMkLst>
            <pc:docMk/>
            <pc:sldMk cId="3902941927" sldId="263"/>
            <ac:spMk id="47" creationId="{29FDB030-9B49-4CED-8CCD-4D99382388AC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22.901" v="93"/>
          <ac:spMkLst>
            <pc:docMk/>
            <pc:sldMk cId="3902941927" sldId="263"/>
            <ac:spMk id="49" creationId="{3783CA14-24A1-485C-8B30-D6A5D87987AD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22.901" v="93"/>
          <ac:spMkLst>
            <pc:docMk/>
            <pc:sldMk cId="3902941927" sldId="263"/>
            <ac:spMk id="51" creationId="{9A97C86A-04D6-40F7-AE84-31AB43E6A846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22.901" v="93"/>
          <ac:spMkLst>
            <pc:docMk/>
            <pc:sldMk cId="3902941927" sldId="263"/>
            <ac:spMk id="53" creationId="{FF9F2414-84E8-453E-B1F3-389FDE8192D9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3:22.901" v="93"/>
          <ac:spMkLst>
            <pc:docMk/>
            <pc:sldMk cId="3902941927" sldId="263"/>
            <ac:spMk id="55" creationId="{3ECA69A1-7536-43AC-85EF-C7106179F5ED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4:28.373" v="98"/>
          <ac:spMkLst>
            <pc:docMk/>
            <pc:sldMk cId="3902941927" sldId="263"/>
            <ac:spMk id="60" creationId="{63644BFD-D22E-4019-B666-387DA51AEAFD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4:28.373" v="98"/>
          <ac:spMkLst>
            <pc:docMk/>
            <pc:sldMk cId="3902941927" sldId="263"/>
            <ac:spMk id="66" creationId="{3776B14B-F2F4-4825-8DA8-8C7A0F2B3960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71" creationId="{F3060C83-F051-4F0E-ABAD-AA0DFC48B218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73" creationId="{83C98ABE-055B-441F-B07E-44F97F083C39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75" creationId="{29FDB030-9B49-4CED-8CCD-4D99382388AC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77" creationId="{3783CA14-24A1-485C-8B30-D6A5D87987AD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79" creationId="{9A97C86A-04D6-40F7-AE84-31AB43E6A846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81" creationId="{FF9F2414-84E8-453E-B1F3-389FDE8192D9}"/>
          </ac:spMkLst>
        </pc:spChg>
        <pc:spChg chg="add del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83" creationId="{3ECA69A1-7536-43AC-85EF-C7106179F5ED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88" creationId="{F3060C83-F051-4F0E-ABAD-AA0DFC48B218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90" creationId="{83C98ABE-055B-441F-B07E-44F97F083C39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92" creationId="{29FDB030-9B49-4CED-8CCD-4D99382388AC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94" creationId="{3783CA14-24A1-485C-8B30-D6A5D87987AD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96" creationId="{9A97C86A-04D6-40F7-AE84-31AB43E6A846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98" creationId="{FF9F2414-84E8-453E-B1F3-389FDE8192D9}"/>
          </ac:spMkLst>
        </pc:spChg>
        <pc:spChg chg="add">
          <ac:chgData name="L1F21BSSE0183 - Muhammad Mazhar Rehan" userId="S::l1f21bsse0183@ucp.edu.pk::d35b5143-3090-4620-a64b-e91cdc3fad01" providerId="AD" clId="Web-{D24057F3-F752-5656-2A05-08FCD7C122B6}" dt="2024-06-27T19:05:33.719" v="103"/>
          <ac:spMkLst>
            <pc:docMk/>
            <pc:sldMk cId="3902941927" sldId="263"/>
            <ac:spMk id="100" creationId="{3ECA69A1-7536-43AC-85EF-C7106179F5ED}"/>
          </ac:spMkLst>
        </pc:spChg>
        <pc:grpChg chg="add del">
          <ac:chgData name="L1F21BSSE0183 - Muhammad Mazhar Rehan" userId="S::l1f21bsse0183@ucp.edu.pk::d35b5143-3090-4620-a64b-e91cdc3fad01" providerId="AD" clId="Web-{D24057F3-F752-5656-2A05-08FCD7C122B6}" dt="2024-06-27T19:04:28.373" v="98"/>
          <ac:grpSpMkLst>
            <pc:docMk/>
            <pc:sldMk cId="3902941927" sldId="263"/>
            <ac:grpSpMk id="62" creationId="{5FE9FE4C-C9E0-4C54-8010-EA9D29CD4D59}"/>
          </ac:grpSpMkLst>
        </pc:grpChg>
        <pc:picChg chg="add del mod ord">
          <ac:chgData name="L1F21BSSE0183 - Muhammad Mazhar Rehan" userId="S::l1f21bsse0183@ucp.edu.pk::d35b5143-3090-4620-a64b-e91cdc3fad01" providerId="AD" clId="Web-{D24057F3-F752-5656-2A05-08FCD7C122B6}" dt="2024-06-27T19:03:49.887" v="94"/>
          <ac:picMkLst>
            <pc:docMk/>
            <pc:sldMk cId="3902941927" sldId="263"/>
            <ac:picMk id="4" creationId="{6B78370B-B22B-9592-23F2-21D37DA253DA}"/>
          </ac:picMkLst>
        </pc:picChg>
        <pc:picChg chg="add mod ord modCrop">
          <ac:chgData name="L1F21BSSE0183 - Muhammad Mazhar Rehan" userId="S::l1f21bsse0183@ucp.edu.pk::d35b5143-3090-4620-a64b-e91cdc3fad01" providerId="AD" clId="Web-{D24057F3-F752-5656-2A05-08FCD7C122B6}" dt="2024-06-27T19:05:33.719" v="103"/>
          <ac:picMkLst>
            <pc:docMk/>
            <pc:sldMk cId="3902941927" sldId="263"/>
            <ac:picMk id="7" creationId="{A132A632-8DBC-10C9-8AFC-307638B0F00B}"/>
          </ac:picMkLst>
        </pc:picChg>
      </pc:sldChg>
      <pc:sldMasterChg chg="del delSldLayout">
        <pc:chgData name="L1F21BSSE0183 - Muhammad Mazhar Rehan" userId="S::l1f21bsse0183@ucp.edu.pk::d35b5143-3090-4620-a64b-e91cdc3fad01" providerId="AD" clId="Web-{D24057F3-F752-5656-2A05-08FCD7C122B6}" dt="2024-06-27T18:37:18.186" v="28"/>
        <pc:sldMasterMkLst>
          <pc:docMk/>
          <pc:sldMasterMk cId="1866220059" sldId="2147484162"/>
        </pc:sldMasterMkLst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3398892022" sldId="2147484163"/>
          </pc:sldLayoutMkLst>
        </pc:sldLayoutChg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3492438901" sldId="2147484164"/>
          </pc:sldLayoutMkLst>
        </pc:sldLayoutChg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1038548578" sldId="2147484165"/>
          </pc:sldLayoutMkLst>
        </pc:sldLayoutChg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4083268900" sldId="2147484166"/>
          </pc:sldLayoutMkLst>
        </pc:sldLayoutChg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2146713175" sldId="2147484167"/>
          </pc:sldLayoutMkLst>
        </pc:sldLayoutChg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868730010" sldId="2147484168"/>
          </pc:sldLayoutMkLst>
        </pc:sldLayoutChg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2466163648" sldId="2147484169"/>
          </pc:sldLayoutMkLst>
        </pc:sldLayoutChg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2856072134" sldId="2147484170"/>
          </pc:sldLayoutMkLst>
        </pc:sldLayoutChg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38130895" sldId="2147484171"/>
          </pc:sldLayoutMkLst>
        </pc:sldLayoutChg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53164676" sldId="2147484172"/>
          </pc:sldLayoutMkLst>
        </pc:sldLayoutChg>
        <pc:sldLayoutChg chg="del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1866220059" sldId="2147484162"/>
            <pc:sldLayoutMk cId="862981421" sldId="2147484173"/>
          </pc:sldLayoutMkLst>
        </pc:sldLayoutChg>
      </pc:sldMasterChg>
      <pc:sldMasterChg chg="modSp add addSldLayout modSldLayout">
        <pc:chgData name="L1F21BSSE0183 - Muhammad Mazhar Rehan" userId="S::l1f21bsse0183@ucp.edu.pk::d35b5143-3090-4620-a64b-e91cdc3fad01" providerId="AD" clId="Web-{D24057F3-F752-5656-2A05-08FCD7C122B6}" dt="2024-06-27T18:37:34.609" v="29"/>
        <pc:sldMasterMkLst>
          <pc:docMk/>
          <pc:sldMasterMk cId="3302165623" sldId="2147484174"/>
        </pc:sldMasterMkLst>
        <pc:spChg chg="mod">
          <ac:chgData name="L1F21BSSE0183 - Muhammad Mazhar Rehan" userId="S::l1f21bsse0183@ucp.edu.pk::d35b5143-3090-4620-a64b-e91cdc3fad01" providerId="AD" clId="Web-{D24057F3-F752-5656-2A05-08FCD7C122B6}" dt="2024-06-27T18:37:34.609" v="29"/>
          <ac:spMkLst>
            <pc:docMk/>
            <pc:sldMasterMk cId="3302165623" sldId="2147484174"/>
            <ac:spMk id="2" creationId="{00000000-0000-0000-0000-000000000000}"/>
          </ac:spMkLst>
        </pc:spChg>
        <pc:spChg chg="mod">
          <ac:chgData name="L1F21BSSE0183 - Muhammad Mazhar Rehan" userId="S::l1f21bsse0183@ucp.edu.pk::d35b5143-3090-4620-a64b-e91cdc3fad01" providerId="AD" clId="Web-{D24057F3-F752-5656-2A05-08FCD7C122B6}" dt="2024-06-27T18:37:34.609" v="29"/>
          <ac:spMkLst>
            <pc:docMk/>
            <pc:sldMasterMk cId="3302165623" sldId="2147484174"/>
            <ac:spMk id="3" creationId="{00000000-0000-0000-0000-000000000000}"/>
          </ac:spMkLst>
        </pc:spChg>
        <pc:spChg chg="mod">
          <ac:chgData name="L1F21BSSE0183 - Muhammad Mazhar Rehan" userId="S::l1f21bsse0183@ucp.edu.pk::d35b5143-3090-4620-a64b-e91cdc3fad01" providerId="AD" clId="Web-{D24057F3-F752-5656-2A05-08FCD7C122B6}" dt="2024-06-27T18:37:34.609" v="29"/>
          <ac:spMkLst>
            <pc:docMk/>
            <pc:sldMasterMk cId="3302165623" sldId="2147484174"/>
            <ac:spMk id="4" creationId="{00000000-0000-0000-0000-000000000000}"/>
          </ac:spMkLst>
        </pc:spChg>
        <pc:spChg chg="mod">
          <ac:chgData name="L1F21BSSE0183 - Muhammad Mazhar Rehan" userId="S::l1f21bsse0183@ucp.edu.pk::d35b5143-3090-4620-a64b-e91cdc3fad01" providerId="AD" clId="Web-{D24057F3-F752-5656-2A05-08FCD7C122B6}" dt="2024-06-27T18:37:34.609" v="29"/>
          <ac:spMkLst>
            <pc:docMk/>
            <pc:sldMasterMk cId="3302165623" sldId="2147484174"/>
            <ac:spMk id="5" creationId="{00000000-0000-0000-0000-000000000000}"/>
          </ac:spMkLst>
        </pc:spChg>
        <pc:spChg chg="mod">
          <ac:chgData name="L1F21BSSE0183 - Muhammad Mazhar Rehan" userId="S::l1f21bsse0183@ucp.edu.pk::d35b5143-3090-4620-a64b-e91cdc3fad01" providerId="AD" clId="Web-{D24057F3-F752-5656-2A05-08FCD7C122B6}" dt="2024-06-27T18:37:34.609" v="29"/>
          <ac:spMkLst>
            <pc:docMk/>
            <pc:sldMasterMk cId="3302165623" sldId="2147484174"/>
            <ac:spMk id="6" creationId="{00000000-0000-0000-0000-000000000000}"/>
          </ac:spMkLst>
        </pc:spChg>
        <pc:sldLayoutChg chg="modSp add mod replId">
          <pc:chgData name="L1F21BSSE0183 - Muhammad Mazhar Rehan" userId="S::l1f21bsse0183@ucp.edu.pk::d35b5143-3090-4620-a64b-e91cdc3fad01" providerId="AD" clId="Web-{D24057F3-F752-5656-2A05-08FCD7C122B6}" dt="2024-06-27T18:37:34.609" v="29"/>
          <pc:sldLayoutMkLst>
            <pc:docMk/>
            <pc:sldMasterMk cId="3302165623" sldId="2147484174"/>
            <pc:sldLayoutMk cId="1369322318" sldId="2147484175"/>
          </pc:sldLayoutMkLst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1369322318" sldId="2147484175"/>
              <ac:spMk id="2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1369322318" sldId="2147484175"/>
              <ac:spMk id="3" creationId="{00000000-0000-0000-0000-000000000000}"/>
            </ac:spMkLst>
          </pc:spChg>
        </pc:sldLayoutChg>
        <pc:sldLayoutChg chg="add mod replId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3302165623" sldId="2147484174"/>
            <pc:sldLayoutMk cId="1189984741" sldId="2147484176"/>
          </pc:sldLayoutMkLst>
        </pc:sldLayoutChg>
        <pc:sldLayoutChg chg="modSp add mod replId">
          <pc:chgData name="L1F21BSSE0183 - Muhammad Mazhar Rehan" userId="S::l1f21bsse0183@ucp.edu.pk::d35b5143-3090-4620-a64b-e91cdc3fad01" providerId="AD" clId="Web-{D24057F3-F752-5656-2A05-08FCD7C122B6}" dt="2024-06-27T18:37:34.609" v="29"/>
          <pc:sldLayoutMkLst>
            <pc:docMk/>
            <pc:sldMasterMk cId="3302165623" sldId="2147484174"/>
            <pc:sldLayoutMk cId="4206250841" sldId="2147484177"/>
          </pc:sldLayoutMkLst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4206250841" sldId="2147484177"/>
              <ac:spMk id="2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4206250841" sldId="2147484177"/>
              <ac:spMk id="3" creationId="{00000000-0000-0000-0000-000000000000}"/>
            </ac:spMkLst>
          </pc:spChg>
        </pc:sldLayoutChg>
        <pc:sldLayoutChg chg="modSp add mod replId">
          <pc:chgData name="L1F21BSSE0183 - Muhammad Mazhar Rehan" userId="S::l1f21bsse0183@ucp.edu.pk::d35b5143-3090-4620-a64b-e91cdc3fad01" providerId="AD" clId="Web-{D24057F3-F752-5656-2A05-08FCD7C122B6}" dt="2024-06-27T18:37:34.609" v="29"/>
          <pc:sldLayoutMkLst>
            <pc:docMk/>
            <pc:sldMasterMk cId="3302165623" sldId="2147484174"/>
            <pc:sldLayoutMk cId="416011093" sldId="2147484178"/>
          </pc:sldLayoutMkLst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416011093" sldId="2147484178"/>
              <ac:spMk id="3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416011093" sldId="2147484178"/>
              <ac:spMk id="4" creationId="{00000000-0000-0000-0000-000000000000}"/>
            </ac:spMkLst>
          </pc:spChg>
        </pc:sldLayoutChg>
        <pc:sldLayoutChg chg="modSp add mod replId">
          <pc:chgData name="L1F21BSSE0183 - Muhammad Mazhar Rehan" userId="S::l1f21bsse0183@ucp.edu.pk::d35b5143-3090-4620-a64b-e91cdc3fad01" providerId="AD" clId="Web-{D24057F3-F752-5656-2A05-08FCD7C122B6}" dt="2024-06-27T18:37:34.609" v="29"/>
          <pc:sldLayoutMkLst>
            <pc:docMk/>
            <pc:sldMasterMk cId="3302165623" sldId="2147484174"/>
            <pc:sldLayoutMk cId="3518439353" sldId="2147484179"/>
          </pc:sldLayoutMkLst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3518439353" sldId="2147484179"/>
              <ac:spMk id="2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3518439353" sldId="2147484179"/>
              <ac:spMk id="3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3518439353" sldId="2147484179"/>
              <ac:spMk id="4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3518439353" sldId="2147484179"/>
              <ac:spMk id="5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3518439353" sldId="2147484179"/>
              <ac:spMk id="6" creationId="{00000000-0000-0000-0000-000000000000}"/>
            </ac:spMkLst>
          </pc:spChg>
        </pc:sldLayoutChg>
        <pc:sldLayoutChg chg="add mod replId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3302165623" sldId="2147484174"/>
            <pc:sldLayoutMk cId="1492619301" sldId="2147484180"/>
          </pc:sldLayoutMkLst>
        </pc:sldLayoutChg>
        <pc:sldLayoutChg chg="add mod replId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3302165623" sldId="2147484174"/>
            <pc:sldLayoutMk cId="914509156" sldId="2147484181"/>
          </pc:sldLayoutMkLst>
        </pc:sldLayoutChg>
        <pc:sldLayoutChg chg="modSp add mod replId">
          <pc:chgData name="L1F21BSSE0183 - Muhammad Mazhar Rehan" userId="S::l1f21bsse0183@ucp.edu.pk::d35b5143-3090-4620-a64b-e91cdc3fad01" providerId="AD" clId="Web-{D24057F3-F752-5656-2A05-08FCD7C122B6}" dt="2024-06-27T18:37:34.609" v="29"/>
          <pc:sldLayoutMkLst>
            <pc:docMk/>
            <pc:sldMasterMk cId="3302165623" sldId="2147484174"/>
            <pc:sldLayoutMk cId="1844225327" sldId="2147484182"/>
          </pc:sldLayoutMkLst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1844225327" sldId="2147484182"/>
              <ac:spMk id="2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1844225327" sldId="2147484182"/>
              <ac:spMk id="3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1844225327" sldId="2147484182"/>
              <ac:spMk id="4" creationId="{00000000-0000-0000-0000-000000000000}"/>
            </ac:spMkLst>
          </pc:spChg>
        </pc:sldLayoutChg>
        <pc:sldLayoutChg chg="modSp add mod replId">
          <pc:chgData name="L1F21BSSE0183 - Muhammad Mazhar Rehan" userId="S::l1f21bsse0183@ucp.edu.pk::d35b5143-3090-4620-a64b-e91cdc3fad01" providerId="AD" clId="Web-{D24057F3-F752-5656-2A05-08FCD7C122B6}" dt="2024-06-27T18:37:34.609" v="29"/>
          <pc:sldLayoutMkLst>
            <pc:docMk/>
            <pc:sldMasterMk cId="3302165623" sldId="2147484174"/>
            <pc:sldLayoutMk cId="337622136" sldId="2147484183"/>
          </pc:sldLayoutMkLst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337622136" sldId="2147484183"/>
              <ac:spMk id="2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337622136" sldId="2147484183"/>
              <ac:spMk id="3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337622136" sldId="2147484183"/>
              <ac:spMk id="4" creationId="{00000000-0000-0000-0000-000000000000}"/>
            </ac:spMkLst>
          </pc:spChg>
        </pc:sldLayoutChg>
        <pc:sldLayoutChg chg="add mod replId">
          <pc:chgData name="L1F21BSSE0183 - Muhammad Mazhar Rehan" userId="S::l1f21bsse0183@ucp.edu.pk::d35b5143-3090-4620-a64b-e91cdc3fad01" providerId="AD" clId="Web-{D24057F3-F752-5656-2A05-08FCD7C122B6}" dt="2024-06-27T18:37:18.186" v="28"/>
          <pc:sldLayoutMkLst>
            <pc:docMk/>
            <pc:sldMasterMk cId="3302165623" sldId="2147484174"/>
            <pc:sldLayoutMk cId="2928185420" sldId="2147484184"/>
          </pc:sldLayoutMkLst>
        </pc:sldLayoutChg>
        <pc:sldLayoutChg chg="modSp add mod replId">
          <pc:chgData name="L1F21BSSE0183 - Muhammad Mazhar Rehan" userId="S::l1f21bsse0183@ucp.edu.pk::d35b5143-3090-4620-a64b-e91cdc3fad01" providerId="AD" clId="Web-{D24057F3-F752-5656-2A05-08FCD7C122B6}" dt="2024-06-27T18:37:34.609" v="29"/>
          <pc:sldLayoutMkLst>
            <pc:docMk/>
            <pc:sldMasterMk cId="3302165623" sldId="2147484174"/>
            <pc:sldLayoutMk cId="1762006303" sldId="2147484185"/>
          </pc:sldLayoutMkLst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1762006303" sldId="2147484185"/>
              <ac:spMk id="2" creationId="{00000000-0000-0000-0000-000000000000}"/>
            </ac:spMkLst>
          </pc:spChg>
          <pc:spChg chg="mod">
            <ac:chgData name="L1F21BSSE0183 - Muhammad Mazhar Rehan" userId="S::l1f21bsse0183@ucp.edu.pk::d35b5143-3090-4620-a64b-e91cdc3fad01" providerId="AD" clId="Web-{D24057F3-F752-5656-2A05-08FCD7C122B6}" dt="2024-06-27T18:37:34.609" v="29"/>
            <ac:spMkLst>
              <pc:docMk/>
              <pc:sldMasterMk cId="3302165623" sldId="2147484174"/>
              <pc:sldLayoutMk cId="1762006303" sldId="2147484185"/>
              <ac:spMk id="3" creationId="{00000000-0000-0000-0000-000000000000}"/>
            </ac:spMkLst>
          </pc:spChg>
        </pc:sldLayoutChg>
      </pc:sldMasterChg>
    </pc:docChg>
  </pc:docChgLst>
  <pc:docChgLst>
    <pc:chgData name="L1F21BSSE0183 - Muhammad Mazhar Rehan" userId="S::l1f21bsse0183@ucp.edu.pk::d35b5143-3090-4620-a64b-e91cdc3fad01" providerId="AD" clId="Web-{2DD19C74-E812-4A4C-DACA-796C8B2EA3AF}"/>
    <pc:docChg chg="addSld delSld modSld sldOrd">
      <pc:chgData name="L1F21BSSE0183 - Muhammad Mazhar Rehan" userId="S::l1f21bsse0183@ucp.edu.pk::d35b5143-3090-4620-a64b-e91cdc3fad01" providerId="AD" clId="Web-{2DD19C74-E812-4A4C-DACA-796C8B2EA3AF}" dt="2025-01-31T22:12:40.383" v="68" actId="14100"/>
      <pc:docMkLst>
        <pc:docMk/>
      </pc:docMkLst>
      <pc:sldChg chg="addSp delSp modSp mod setBg setClrOvrMap">
        <pc:chgData name="L1F21BSSE0183 - Muhammad Mazhar Rehan" userId="S::l1f21bsse0183@ucp.edu.pk::d35b5143-3090-4620-a64b-e91cdc3fad01" providerId="AD" clId="Web-{2DD19C74-E812-4A4C-DACA-796C8B2EA3AF}" dt="2025-01-31T22:04:49.364" v="14" actId="20577"/>
        <pc:sldMkLst>
          <pc:docMk/>
          <pc:sldMk cId="2638416469" sldId="265"/>
        </pc:sldMkLst>
        <pc:spChg chg="mod">
          <ac:chgData name="L1F21BSSE0183 - Muhammad Mazhar Rehan" userId="S::l1f21bsse0183@ucp.edu.pk::d35b5143-3090-4620-a64b-e91cdc3fad01" providerId="AD" clId="Web-{2DD19C74-E812-4A4C-DACA-796C8B2EA3AF}" dt="2025-01-31T22:03:58.957" v="0"/>
          <ac:spMkLst>
            <pc:docMk/>
            <pc:sldMk cId="2638416469" sldId="265"/>
            <ac:spMk id="2" creationId="{33E0C9FF-2910-DE1B-CA79-4508D7D858E6}"/>
          </ac:spMkLst>
        </pc:spChg>
        <pc:spChg chg="del">
          <ac:chgData name="L1F21BSSE0183 - Muhammad Mazhar Rehan" userId="S::l1f21bsse0183@ucp.edu.pk::d35b5143-3090-4620-a64b-e91cdc3fad01" providerId="AD" clId="Web-{2DD19C74-E812-4A4C-DACA-796C8B2EA3AF}" dt="2025-01-31T22:03:58.957" v="0"/>
          <ac:spMkLst>
            <pc:docMk/>
            <pc:sldMk cId="2638416469" sldId="265"/>
            <ac:spMk id="9" creationId="{1E214AA7-F028-4A0D-8698-61AEC754D1BC}"/>
          </ac:spMkLst>
        </pc:spChg>
        <pc:spChg chg="mod">
          <ac:chgData name="L1F21BSSE0183 - Muhammad Mazhar Rehan" userId="S::l1f21bsse0183@ucp.edu.pk::d35b5143-3090-4620-a64b-e91cdc3fad01" providerId="AD" clId="Web-{2DD19C74-E812-4A4C-DACA-796C8B2EA3AF}" dt="2025-01-31T22:04:49.364" v="14" actId="20577"/>
          <ac:spMkLst>
            <pc:docMk/>
            <pc:sldMk cId="2638416469" sldId="265"/>
            <ac:spMk id="13" creationId="{FCD05899-2150-409C-B52D-A58B73079FC6}"/>
          </ac:spMkLst>
        </pc:spChg>
        <pc:spChg chg="add">
          <ac:chgData name="L1F21BSSE0183 - Muhammad Mazhar Rehan" userId="S::l1f21bsse0183@ucp.edu.pk::d35b5143-3090-4620-a64b-e91cdc3fad01" providerId="AD" clId="Web-{2DD19C74-E812-4A4C-DACA-796C8B2EA3AF}" dt="2025-01-31T22:03:58.957" v="0"/>
          <ac:spMkLst>
            <pc:docMk/>
            <pc:sldMk cId="2638416469" sldId="265"/>
            <ac:spMk id="18" creationId="{081EA652-8C6A-4E69-BEB9-170809474553}"/>
          </ac:spMkLst>
        </pc:spChg>
        <pc:spChg chg="add">
          <ac:chgData name="L1F21BSSE0183 - Muhammad Mazhar Rehan" userId="S::l1f21bsse0183@ucp.edu.pk::d35b5143-3090-4620-a64b-e91cdc3fad01" providerId="AD" clId="Web-{2DD19C74-E812-4A4C-DACA-796C8B2EA3AF}" dt="2025-01-31T22:03:58.957" v="0"/>
          <ac:spMkLst>
            <pc:docMk/>
            <pc:sldMk cId="2638416469" sldId="265"/>
            <ac:spMk id="20" creationId="{5298780A-33B9-4EA2-8F67-DE68AD62841B}"/>
          </ac:spMkLst>
        </pc:spChg>
        <pc:spChg chg="add">
          <ac:chgData name="L1F21BSSE0183 - Muhammad Mazhar Rehan" userId="S::l1f21bsse0183@ucp.edu.pk::d35b5143-3090-4620-a64b-e91cdc3fad01" providerId="AD" clId="Web-{2DD19C74-E812-4A4C-DACA-796C8B2EA3AF}" dt="2025-01-31T22:03:58.957" v="0"/>
          <ac:spMkLst>
            <pc:docMk/>
            <pc:sldMk cId="2638416469" sldId="265"/>
            <ac:spMk id="22" creationId="{7F488E8B-4E1E-4402-8935-D4E6C02615C7}"/>
          </ac:spMkLst>
        </pc:spChg>
        <pc:cxnChg chg="del">
          <ac:chgData name="L1F21BSSE0183 - Muhammad Mazhar Rehan" userId="S::l1f21bsse0183@ucp.edu.pk::d35b5143-3090-4620-a64b-e91cdc3fad01" providerId="AD" clId="Web-{2DD19C74-E812-4A4C-DACA-796C8B2EA3AF}" dt="2025-01-31T22:03:58.957" v="0"/>
          <ac:cxnSpMkLst>
            <pc:docMk/>
            <pc:sldMk cId="2638416469" sldId="265"/>
            <ac:cxnSpMk id="11" creationId="{D6206FDC-2777-4D7F-AF9C-73413DA664C9}"/>
          </ac:cxnSpMkLst>
        </pc:cxnChg>
      </pc:sldChg>
      <pc:sldChg chg="modSp del">
        <pc:chgData name="L1F21BSSE0183 - Muhammad Mazhar Rehan" userId="S::l1f21bsse0183@ucp.edu.pk::d35b5143-3090-4620-a64b-e91cdc3fad01" providerId="AD" clId="Web-{2DD19C74-E812-4A4C-DACA-796C8B2EA3AF}" dt="2025-01-31T22:09:51.155" v="62"/>
        <pc:sldMkLst>
          <pc:docMk/>
          <pc:sldMk cId="2864044679" sldId="268"/>
        </pc:sldMkLst>
        <pc:spChg chg="mod">
          <ac:chgData name="L1F21BSSE0183 - Muhammad Mazhar Rehan" userId="S::l1f21bsse0183@ucp.edu.pk::d35b5143-3090-4620-a64b-e91cdc3fad01" providerId="AD" clId="Web-{2DD19C74-E812-4A4C-DACA-796C8B2EA3AF}" dt="2025-01-31T22:05:58.179" v="17" actId="20577"/>
          <ac:spMkLst>
            <pc:docMk/>
            <pc:sldMk cId="2864044679" sldId="268"/>
            <ac:spMk id="2" creationId="{00000000-0000-0000-0000-000000000000}"/>
          </ac:spMkLst>
        </pc:spChg>
        <pc:spChg chg="mod">
          <ac:chgData name="L1F21BSSE0183 - Muhammad Mazhar Rehan" userId="S::l1f21bsse0183@ucp.edu.pk::d35b5143-3090-4620-a64b-e91cdc3fad01" providerId="AD" clId="Web-{2DD19C74-E812-4A4C-DACA-796C8B2EA3AF}" dt="2025-01-31T22:06:21.288" v="25" actId="20577"/>
          <ac:spMkLst>
            <pc:docMk/>
            <pc:sldMk cId="2864044679" sldId="268"/>
            <ac:spMk id="5" creationId="{118A0F13-C872-4492-B112-FFFA8261DD56}"/>
          </ac:spMkLst>
        </pc:spChg>
      </pc:sldChg>
      <pc:sldChg chg="addSp delSp modSp">
        <pc:chgData name="L1F21BSSE0183 - Muhammad Mazhar Rehan" userId="S::l1f21bsse0183@ucp.edu.pk::d35b5143-3090-4620-a64b-e91cdc3fad01" providerId="AD" clId="Web-{2DD19C74-E812-4A4C-DACA-796C8B2EA3AF}" dt="2025-01-31T22:12:40.383" v="68" actId="14100"/>
        <pc:sldMkLst>
          <pc:docMk/>
          <pc:sldMk cId="1605888404" sldId="272"/>
        </pc:sldMkLst>
        <pc:spChg chg="add del mod">
          <ac:chgData name="L1F21BSSE0183 - Muhammad Mazhar Rehan" userId="S::l1f21bsse0183@ucp.edu.pk::d35b5143-3090-4620-a64b-e91cdc3fad01" providerId="AD" clId="Web-{2DD19C74-E812-4A4C-DACA-796C8B2EA3AF}" dt="2025-01-31T22:11:49.366" v="66"/>
          <ac:spMkLst>
            <pc:docMk/>
            <pc:sldMk cId="1605888404" sldId="272"/>
            <ac:spMk id="3" creationId="{E1BB38CB-617F-E2AC-42BC-0056D252E4C4}"/>
          </ac:spMkLst>
        </pc:spChg>
        <pc:spChg chg="add mod">
          <ac:chgData name="L1F21BSSE0183 - Muhammad Mazhar Rehan" userId="S::l1f21bsse0183@ucp.edu.pk::d35b5143-3090-4620-a64b-e91cdc3fad01" providerId="AD" clId="Web-{2DD19C74-E812-4A4C-DACA-796C8B2EA3AF}" dt="2025-01-31T22:12:40.383" v="68" actId="14100"/>
          <ac:spMkLst>
            <pc:docMk/>
            <pc:sldMk cId="1605888404" sldId="272"/>
            <ac:spMk id="5" creationId="{09411063-2055-1AD8-4BB8-DC98181B7D46}"/>
          </ac:spMkLst>
        </pc:spChg>
      </pc:sldChg>
      <pc:sldChg chg="addSp delSp modSp add ord replId">
        <pc:chgData name="L1F21BSSE0183 - Muhammad Mazhar Rehan" userId="S::l1f21bsse0183@ucp.edu.pk::d35b5143-3090-4620-a64b-e91cdc3fad01" providerId="AD" clId="Web-{2DD19C74-E812-4A4C-DACA-796C8B2EA3AF}" dt="2025-01-31T22:09:08.045" v="61" actId="20577"/>
        <pc:sldMkLst>
          <pc:docMk/>
          <pc:sldMk cId="1071534922" sldId="274"/>
        </pc:sldMkLst>
        <pc:spChg chg="mod">
          <ac:chgData name="L1F21BSSE0183 - Muhammad Mazhar Rehan" userId="S::l1f21bsse0183@ucp.edu.pk::d35b5143-3090-4620-a64b-e91cdc3fad01" providerId="AD" clId="Web-{2DD19C74-E812-4A4C-DACA-796C8B2EA3AF}" dt="2025-01-31T22:08:32.388" v="54"/>
          <ac:spMkLst>
            <pc:docMk/>
            <pc:sldMk cId="1071534922" sldId="274"/>
            <ac:spMk id="2" creationId="{45AC82F6-2B5B-E878-3516-353D3579943D}"/>
          </ac:spMkLst>
        </pc:spChg>
        <pc:spChg chg="mod">
          <ac:chgData name="L1F21BSSE0183 - Muhammad Mazhar Rehan" userId="S::l1f21bsse0183@ucp.edu.pk::d35b5143-3090-4620-a64b-e91cdc3fad01" providerId="AD" clId="Web-{2DD19C74-E812-4A4C-DACA-796C8B2EA3AF}" dt="2025-01-31T22:09:08.045" v="61" actId="20577"/>
          <ac:spMkLst>
            <pc:docMk/>
            <pc:sldMk cId="1071534922" sldId="274"/>
            <ac:spMk id="13" creationId="{51136111-E8DE-F54E-3FAB-D7FB0A57A0B8}"/>
          </ac:spMkLst>
        </pc:spChg>
        <pc:spChg chg="del">
          <ac:chgData name="L1F21BSSE0183 - Muhammad Mazhar Rehan" userId="S::l1f21bsse0183@ucp.edu.pk::d35b5143-3090-4620-a64b-e91cdc3fad01" providerId="AD" clId="Web-{2DD19C74-E812-4A4C-DACA-796C8B2EA3AF}" dt="2025-01-31T22:08:32.388" v="54"/>
          <ac:spMkLst>
            <pc:docMk/>
            <pc:sldMk cId="1071534922" sldId="274"/>
            <ac:spMk id="18" creationId="{736326B2-5C1B-6B6A-1CB0-EB2A9535C245}"/>
          </ac:spMkLst>
        </pc:spChg>
        <pc:spChg chg="del">
          <ac:chgData name="L1F21BSSE0183 - Muhammad Mazhar Rehan" userId="S::l1f21bsse0183@ucp.edu.pk::d35b5143-3090-4620-a64b-e91cdc3fad01" providerId="AD" clId="Web-{2DD19C74-E812-4A4C-DACA-796C8B2EA3AF}" dt="2025-01-31T22:08:32.388" v="54"/>
          <ac:spMkLst>
            <pc:docMk/>
            <pc:sldMk cId="1071534922" sldId="274"/>
            <ac:spMk id="20" creationId="{0D0CAE6A-51E7-9FA5-52B8-B31CC1FCC337}"/>
          </ac:spMkLst>
        </pc:spChg>
        <pc:spChg chg="del">
          <ac:chgData name="L1F21BSSE0183 - Muhammad Mazhar Rehan" userId="S::l1f21bsse0183@ucp.edu.pk::d35b5143-3090-4620-a64b-e91cdc3fad01" providerId="AD" clId="Web-{2DD19C74-E812-4A4C-DACA-796C8B2EA3AF}" dt="2025-01-31T22:08:32.388" v="54"/>
          <ac:spMkLst>
            <pc:docMk/>
            <pc:sldMk cId="1071534922" sldId="274"/>
            <ac:spMk id="22" creationId="{1F5C8F81-8C9A-0D58-9553-8CE52B6E99CD}"/>
          </ac:spMkLst>
        </pc:spChg>
        <pc:spChg chg="add">
          <ac:chgData name="L1F21BSSE0183 - Muhammad Mazhar Rehan" userId="S::l1f21bsse0183@ucp.edu.pk::d35b5143-3090-4620-a64b-e91cdc3fad01" providerId="AD" clId="Web-{2DD19C74-E812-4A4C-DACA-796C8B2EA3AF}" dt="2025-01-31T22:08:32.388" v="54"/>
          <ac:spMkLst>
            <pc:docMk/>
            <pc:sldMk cId="1071534922" sldId="274"/>
            <ac:spMk id="27" creationId="{081EA652-8C6A-4E69-BEB9-170809474553}"/>
          </ac:spMkLst>
        </pc:spChg>
        <pc:spChg chg="add">
          <ac:chgData name="L1F21BSSE0183 - Muhammad Mazhar Rehan" userId="S::l1f21bsse0183@ucp.edu.pk::d35b5143-3090-4620-a64b-e91cdc3fad01" providerId="AD" clId="Web-{2DD19C74-E812-4A4C-DACA-796C8B2EA3AF}" dt="2025-01-31T22:08:32.388" v="54"/>
          <ac:spMkLst>
            <pc:docMk/>
            <pc:sldMk cId="1071534922" sldId="274"/>
            <ac:spMk id="29" creationId="{F474090D-CD95-4B41-BE3D-6596953D322D}"/>
          </ac:spMkLst>
        </pc:spChg>
        <pc:spChg chg="add">
          <ac:chgData name="L1F21BSSE0183 - Muhammad Mazhar Rehan" userId="S::l1f21bsse0183@ucp.edu.pk::d35b5143-3090-4620-a64b-e91cdc3fad01" providerId="AD" clId="Web-{2DD19C74-E812-4A4C-DACA-796C8B2EA3AF}" dt="2025-01-31T22:08:32.388" v="54"/>
          <ac:spMkLst>
            <pc:docMk/>
            <pc:sldMk cId="1071534922" sldId="274"/>
            <ac:spMk id="31" creationId="{5298780A-33B9-4EA2-8F67-DE68AD62841B}"/>
          </ac:spMkLst>
        </pc:spChg>
        <pc:spChg chg="add">
          <ac:chgData name="L1F21BSSE0183 - Muhammad Mazhar Rehan" userId="S::l1f21bsse0183@ucp.edu.pk::d35b5143-3090-4620-a64b-e91cdc3fad01" providerId="AD" clId="Web-{2DD19C74-E812-4A4C-DACA-796C8B2EA3AF}" dt="2025-01-31T22:08:32.388" v="54"/>
          <ac:spMkLst>
            <pc:docMk/>
            <pc:sldMk cId="1071534922" sldId="274"/>
            <ac:spMk id="33" creationId="{B8F3E811-B104-4DFF-951A-008C860FF1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A24626-F007-49DE-817D-EAA20C3950F2}" type="datetimeFigureOut">
              <a:t>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F3211-7100-4273-B543-7A709CAE3A8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264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32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984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50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1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3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61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0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225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22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185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00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16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5" r:id="rId1"/>
    <p:sldLayoutId id="2147484176" r:id="rId2"/>
    <p:sldLayoutId id="2147484177" r:id="rId3"/>
    <p:sldLayoutId id="2147484178" r:id="rId4"/>
    <p:sldLayoutId id="2147484179" r:id="rId5"/>
    <p:sldLayoutId id="2147484180" r:id="rId6"/>
    <p:sldLayoutId id="2147484181" r:id="rId7"/>
    <p:sldLayoutId id="2147484182" r:id="rId8"/>
    <p:sldLayoutId id="2147484183" r:id="rId9"/>
    <p:sldLayoutId id="2147484184" r:id="rId10"/>
    <p:sldLayoutId id="21474841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D80C9EF-3CC6-4ECC-9C2D-9D0396C96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/>
                <a:cs typeface="Calibri Light"/>
              </a:rPr>
              <a:t>Advanced AI-Driven Architectural Design System for Dynamic Floor Plan Generation</a:t>
            </a: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3d model of a house&#10;&#10;Description automatically generated">
            <a:extLst>
              <a:ext uri="{FF2B5EF4-FFF2-40B4-BE49-F238E27FC236}">
                <a16:creationId xmlns:a16="http://schemas.microsoft.com/office/drawing/2014/main" id="{C8E58556-297F-63B2-8CBC-3838B9D6C8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13" r="2" b="252"/>
          <a:stretch/>
        </p:blipFill>
        <p:spPr>
          <a:xfrm>
            <a:off x="635295" y="2524715"/>
            <a:ext cx="5150277" cy="371424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6429" y="2599509"/>
            <a:ext cx="4530898" cy="3639450"/>
          </a:xfrm>
        </p:spPr>
        <p:txBody>
          <a:bodyPr vert="horz" lIns="0" tIns="45720" rIns="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cs typeface="Calibri"/>
              </a:rPr>
              <a:t>Group ID: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000" dirty="0">
                <a:cs typeface="Calibri"/>
              </a:rPr>
              <a:t>  F24SE015</a:t>
            </a:r>
            <a:endParaRPr lang="en-US" dirty="0"/>
          </a:p>
          <a:p>
            <a:pPr marL="0" indent="0">
              <a:buNone/>
            </a:pPr>
            <a:r>
              <a:rPr lang="en-US" sz="2000" b="1" dirty="0">
                <a:cs typeface="Calibri"/>
              </a:rPr>
              <a:t>Presented by:</a:t>
            </a:r>
            <a:endParaRPr lang="en-US" sz="2000" b="1" dirty="0">
              <a:ea typeface="Calibri"/>
              <a:cs typeface="Calibri"/>
            </a:endParaRPr>
          </a:p>
          <a:p>
            <a:pPr marR="0" lvl="1" indent="-228600" defTabSz="914400" rtl="0" eaLnBrk="1" fontAlgn="auto" latinLnBrk="0" hangingPunct="1">
              <a:spcAft>
                <a:spcPts val="0"/>
              </a:spcAft>
              <a:buClrTx/>
              <a:buSzTx/>
              <a:buFont typeface="Courier New" panose="020B0604020202020204" pitchFamily="34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Zain Bin Imran</a:t>
            </a:r>
            <a:endParaRPr lang="en-US" sz="2000" b="1">
              <a:ea typeface="Calibri"/>
              <a:cs typeface="Calibri"/>
            </a:endParaRPr>
          </a:p>
          <a:p>
            <a:pPr marR="0" lvl="1" indent="-228600" defTabSz="914400" rtl="0" eaLnBrk="1" fontAlgn="auto" latinLnBrk="0" hangingPunct="1">
              <a:spcAft>
                <a:spcPts val="0"/>
              </a:spcAft>
              <a:buClrTx/>
              <a:buSzTx/>
              <a:buFont typeface="Courier New" panose="020B0604020202020204" pitchFamily="34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Muhammad Mazhar Rehan </a:t>
            </a:r>
            <a:endParaRPr lang="en-US" sz="2000" b="1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dirty="0"/>
              <a:t>Usama Bin Naseer</a:t>
            </a:r>
            <a:r>
              <a:rPr lang="en-US" sz="1600" dirty="0"/>
              <a:t> </a:t>
            </a:r>
            <a:endParaRPr lang="en-US" sz="1600"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 b="1">
              <a:cs typeface="Calibri" panose="020F0502020204030204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B1C564-63E9-D5C4-43C5-DDF6E221B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A5ABE7-196B-4756-9273-EC9441A584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7188326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kumimoji="0" lang="en-US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Calibri"/>
                <a:cs typeface="Calibri"/>
              </a:rPr>
              <a:t>Challenges in Floor Plan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/>
              <a:t>🔹 </a:t>
            </a:r>
            <a:r>
              <a:rPr lang="en-US" b="1" dirty="0"/>
              <a:t>Requires professional expertise</a:t>
            </a:r>
            <a:r>
              <a:rPr lang="en-US" dirty="0"/>
              <a:t> 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/>
              <a:t>  Inaccessible to non-experts.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Manual-driven process</a:t>
            </a:r>
            <a:r>
              <a:rPr lang="en-US" dirty="0"/>
              <a:t> 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/>
              <a:t>  Time-consuming &amp; costly.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Existing AI tools lack real-time generation</a:t>
            </a:r>
            <a:r>
              <a:rPr lang="en-US" dirty="0"/>
              <a:t> 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/>
              <a:t>  Limited user interaction.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No publicly available datasets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/>
              <a:t>  Need for custom dataset creation.</a:t>
            </a:r>
            <a:br>
              <a:rPr lang="en-US" dirty="0"/>
            </a:br>
            <a:r>
              <a:rPr lang="en-US" dirty="0"/>
              <a:t>🔹 </a:t>
            </a:r>
            <a:r>
              <a:rPr lang="en-US" b="1" dirty="0"/>
              <a:t>Lack of CAD integration</a:t>
            </a:r>
            <a:r>
              <a:rPr lang="en-US" dirty="0"/>
              <a:t> 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dirty="0"/>
              <a:t>  Need AI-driven floor plan customization     	for seamless workflow.</a:t>
            </a:r>
            <a:endParaRPr lang="en-US" b="0" i="0" u="none" strike="noStrike" kern="1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/>
            </a:endParaRP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25477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pPr rtl="0"/>
            <a:r>
              <a:rPr lang="en-US" b="1" kern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Objectives &amp; Scope</a:t>
            </a:r>
            <a:endParaRPr lang="en-US" b="1" u="sng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Calibri"/>
                <a:ea typeface="Calibri"/>
                <a:cs typeface="Calibri"/>
              </a:rPr>
              <a:t>Objectives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 sz="2600" dirty="0"/>
              <a:t>Reduce floor plan creation time through AI </a:t>
            </a:r>
            <a:r>
              <a:rPr lang="en-US" sz="2600"/>
              <a:t>automation.</a:t>
            </a:r>
            <a:endParaRPr lang="en-US" sz="2600" dirty="0"/>
          </a:p>
          <a:p>
            <a:pPr>
              <a:buFont typeface="Wingdings" panose="020B0604020202020204" pitchFamily="34" charset="0"/>
              <a:buChar char="ü"/>
            </a:pPr>
            <a:r>
              <a:rPr lang="en-US" sz="2600" dirty="0"/>
              <a:t>Improve accessibility to professional-grade architectural tools.</a:t>
            </a:r>
            <a:endParaRPr lang="en-US" sz="2600" dirty="0">
              <a:ea typeface="Calibri"/>
              <a:cs typeface="Calibri"/>
            </a:endParaRPr>
          </a:p>
          <a:p>
            <a:pPr>
              <a:buFont typeface="Wingdings" panose="020B0604020202020204" pitchFamily="34" charset="0"/>
              <a:buChar char="ü"/>
            </a:pPr>
            <a:r>
              <a:rPr lang="en-US" sz="2600" dirty="0"/>
              <a:t>Enable dynamic, real-time AI-generated floor </a:t>
            </a:r>
            <a:r>
              <a:rPr lang="en-US" sz="2600"/>
              <a:t>plans based on user input.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n-US" sz="2600" dirty="0"/>
              <a:t>Integrate validation mechanisms to ensure accuracy.</a:t>
            </a:r>
            <a:endParaRPr lang="en-US" sz="26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sz="2600" b="1" dirty="0">
                <a:latin typeface="Calibri"/>
                <a:ea typeface="Calibri"/>
                <a:cs typeface="Calibri"/>
              </a:rPr>
              <a:t>Scope</a:t>
            </a:r>
          </a:p>
          <a:p>
            <a:pPr marL="0" indent="0">
              <a:buNone/>
            </a:pPr>
            <a:r>
              <a:rPr lang="en-US" sz="2600" dirty="0"/>
              <a:t>📌 </a:t>
            </a:r>
            <a:r>
              <a:rPr lang="en-US" sz="2600" b="1" dirty="0"/>
              <a:t>Current Focus: </a:t>
            </a:r>
            <a:r>
              <a:rPr lang="en-US" sz="2600" dirty="0"/>
              <a:t>Residential ground floor plans.</a:t>
            </a:r>
            <a:br>
              <a:rPr lang="en-US" sz="2600" dirty="0"/>
            </a:br>
            <a:r>
              <a:rPr lang="en-US" sz="2600" dirty="0"/>
              <a:t>📌 </a:t>
            </a:r>
            <a:r>
              <a:rPr lang="en-US" sz="2600" b="1" dirty="0"/>
              <a:t>Future Expansion: </a:t>
            </a:r>
            <a:r>
              <a:rPr lang="en-US" sz="2600" dirty="0"/>
              <a:t>Multi-story buildings, commercial layouts, and exterior designs.</a:t>
            </a:r>
            <a:endParaRPr lang="en-US" sz="2600" dirty="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0C9FF-2910-DE1B-CA79-4508D7D8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System Architecture</a:t>
            </a:r>
            <a:endParaRPr lang="en-US" sz="72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FCD05899-2150-409C-B52D-A58B73079FC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85240" y="2698071"/>
            <a:ext cx="8074815" cy="30717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indent="0" fontAlgn="base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sz="2400" i="0" u="none" strike="noStrike" cap="none" normalizeH="0" baseline="0" dirty="0">
                <a:ln>
                  <a:noFill/>
                </a:ln>
                <a:effectLst/>
              </a:rPr>
              <a:t>🎯 How Our System Works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571500" lvl="1" indent="-342900" fontAlgn="base">
              <a:spcBef>
                <a:spcPct val="0"/>
              </a:spcBef>
              <a:spcAft>
                <a:spcPts val="600"/>
              </a:spcAft>
              <a:buFont typeface="Wingdings" panose="020B0604020202020204" pitchFamily="34" charset="0"/>
              <a:buChar char="ü"/>
            </a:pPr>
            <a:r>
              <a:rPr kumimoji="0" lang="en-US" i="0" u="none" strike="noStrike" cap="none" normalizeH="0" baseline="0" dirty="0">
                <a:ln>
                  <a:noFill/>
                </a:ln>
                <a:effectLst/>
              </a:rPr>
              <a:t>User inputs building parameters (e.g., rooms, layout preferences).</a:t>
            </a:r>
            <a:endParaRPr lang="en-US" i="0" u="none" strike="noStrike" cap="none" normalizeH="0" baseline="0">
              <a:ln>
                <a:noFill/>
              </a:ln>
              <a:effectLst/>
              <a:ea typeface="Calibri" panose="020F0502020204030204"/>
              <a:cs typeface="Calibri" panose="020F0502020204030204"/>
            </a:endParaRPr>
          </a:p>
          <a:p>
            <a:pPr marL="571500" lvl="1" indent="-342900" fontAlgn="base">
              <a:spcBef>
                <a:spcPct val="0"/>
              </a:spcBef>
              <a:spcAft>
                <a:spcPts val="600"/>
              </a:spcAft>
              <a:buFont typeface="Wingdings" panose="020B0604020202020204" pitchFamily="34" charset="0"/>
              <a:buChar char="ü"/>
            </a:pPr>
            <a:r>
              <a:rPr kumimoji="0" lang="en-US" i="0" u="none" strike="noStrike" cap="none" normalizeH="0" baseline="0" dirty="0">
                <a:ln>
                  <a:noFill/>
                </a:ln>
                <a:effectLst/>
              </a:rPr>
              <a:t>CGAN generates a custom floor plan dynamically.</a:t>
            </a:r>
            <a:endParaRPr lang="en-US" i="0" u="none" strike="noStrike" cap="none" normalizeH="0" baseline="0">
              <a:ln>
                <a:noFill/>
              </a:ln>
              <a:effectLst/>
              <a:ea typeface="Calibri" panose="020F0502020204030204"/>
              <a:cs typeface="Calibri" panose="020F0502020204030204"/>
            </a:endParaRPr>
          </a:p>
          <a:p>
            <a:pPr marL="571500" lvl="1" indent="-342900" fontAlgn="base">
              <a:spcBef>
                <a:spcPct val="0"/>
              </a:spcBef>
              <a:spcAft>
                <a:spcPts val="600"/>
              </a:spcAft>
              <a:buFont typeface="Wingdings" panose="020B0604020202020204" pitchFamily="34" charset="0"/>
              <a:buChar char="ü"/>
            </a:pPr>
            <a:r>
              <a:rPr kumimoji="0" lang="en-US" i="0" u="none" strike="noStrike" cap="none" normalizeH="0" baseline="0" dirty="0">
                <a:ln>
                  <a:noFill/>
                </a:ln>
                <a:effectLst/>
              </a:rPr>
              <a:t>CNN validates correctness &amp; provides real-time feedback.</a:t>
            </a:r>
            <a:endParaRPr lang="en-US" i="0" u="none" strike="noStrike" cap="none" normalizeH="0" baseline="0">
              <a:ln>
                <a:noFill/>
              </a:ln>
              <a:effectLst/>
              <a:ea typeface="Calibri" panose="020F0502020204030204"/>
              <a:cs typeface="Calibri" panose="020F0502020204030204"/>
            </a:endParaRPr>
          </a:p>
          <a:p>
            <a:pPr marL="571500" lvl="1" indent="-342900" fontAlgn="base">
              <a:spcBef>
                <a:spcPct val="0"/>
              </a:spcBef>
              <a:spcAft>
                <a:spcPts val="600"/>
              </a:spcAft>
              <a:buFont typeface="Wingdings" panose="020B0604020202020204" pitchFamily="34" charset="0"/>
              <a:buChar char="ü"/>
            </a:pPr>
            <a:r>
              <a:rPr kumimoji="0" lang="en-US" i="0" u="none" strike="noStrike" cap="none" normalizeH="0" baseline="0" dirty="0">
                <a:ln>
                  <a:noFill/>
                </a:ln>
                <a:effectLst/>
              </a:rPr>
              <a:t>Users can export plans in DXF, PNG, PDF formats.</a:t>
            </a:r>
            <a:endParaRPr lang="en-US" i="0" u="none" strike="noStrike" cap="none" normalizeH="0" baseline="0">
              <a:ln>
                <a:noFill/>
              </a:ln>
              <a:effectLst/>
              <a:ea typeface="Calibri" panose="020F0502020204030204"/>
              <a:cs typeface="Calibri" panose="020F0502020204030204"/>
            </a:endParaRPr>
          </a:p>
          <a:p>
            <a:pPr marL="571500" lvl="1" indent="-342900" fontAlgn="base">
              <a:spcBef>
                <a:spcPct val="0"/>
              </a:spcBef>
              <a:spcAft>
                <a:spcPts val="600"/>
              </a:spcAft>
              <a:buFont typeface="Wingdings" panose="020B0604020202020204" pitchFamily="34" charset="0"/>
              <a:buChar char="ü"/>
            </a:pPr>
            <a:r>
              <a:rPr kumimoji="0" lang="en-US" i="0" u="none" strike="noStrike" cap="none" normalizeH="0" baseline="0" dirty="0">
                <a:ln>
                  <a:noFill/>
                </a:ln>
                <a:effectLst/>
              </a:rPr>
              <a:t>Cloud-based deployment for real-time performance.</a:t>
            </a:r>
            <a:endParaRPr lang="en-US" i="0" u="none" strike="noStrike" cap="none" normalizeH="0" baseline="0">
              <a:ln>
                <a:noFill/>
              </a:ln>
              <a:effectLst/>
              <a:ea typeface="Calibri" panose="020F0502020204030204"/>
              <a:cs typeface="Calibri" panose="020F0502020204030204"/>
            </a:endParaRPr>
          </a:p>
          <a:p>
            <a:pPr marL="0" fontAlgn="base">
              <a:spcBef>
                <a:spcPct val="0"/>
              </a:spcBef>
              <a:spcAft>
                <a:spcPts val="600"/>
              </a:spcAft>
            </a:pPr>
            <a:endParaRPr lang="en-US" sz="2400" i="0" u="none" strike="noStrike" cap="none" normalizeH="0" baseline="0" dirty="0">
              <a:ln>
                <a:noFill/>
              </a:ln>
              <a:effectLst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841646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0C9FF-2910-DE1B-CA79-4508D7D8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8" y="700637"/>
            <a:ext cx="1758725" cy="5456725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vert270">
            <a:normAutofit/>
          </a:bodyPr>
          <a:lstStyle/>
          <a:p>
            <a:pPr algn="ctr"/>
            <a:r>
              <a:rPr lang="en-US" sz="4500" dirty="0">
                <a:solidFill>
                  <a:srgbClr val="3F3F3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 Light"/>
              </a:rPr>
              <a:t>High-Level Context Diagram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42B3A3E-7C8D-4366-BAA4-828EA56BE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016" y="1"/>
            <a:ext cx="1034974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900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472" y="379256"/>
            <a:ext cx="6147816" cy="1325563"/>
          </a:xfrm>
        </p:spPr>
        <p:txBody>
          <a:bodyPr>
            <a:normAutofit fontScale="90000"/>
          </a:bodyPr>
          <a:lstStyle/>
          <a:p>
            <a:r>
              <a:rPr lang="en-US" sz="4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Technical Architecture</a:t>
            </a:r>
            <a:endParaRPr lang="en-US" sz="4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7A8040-0CFA-411C-85DB-4BAEAC09FA29}"/>
              </a:ext>
            </a:extLst>
          </p:cNvPr>
          <p:cNvSpPr/>
          <p:nvPr/>
        </p:nvSpPr>
        <p:spPr>
          <a:xfrm>
            <a:off x="1518249" y="1828800"/>
            <a:ext cx="491706" cy="5175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67DD1F9-1BF6-4E5E-8D38-7BE7A3812F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82885" y="1519194"/>
            <a:ext cx="8990865" cy="495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🛠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AI &amp; Machine Learning Tools</a:t>
            </a:r>
            <a:b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Model training (CGANs, CNNs)</a:t>
            </a:r>
            <a:b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Image preprocessing &amp; feature extraction</a:t>
            </a:r>
            <a:b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NumPy &amp; Pillow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Data handling &amp; augmentation</a:t>
            </a:r>
            <a:endParaRPr lang="en-US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🌍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Cloud &amp; Deployment</a:t>
            </a:r>
            <a:b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AWS EC2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AI model hosting</a:t>
            </a:r>
            <a:b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AWS S3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Dataset &amp; user storage</a:t>
            </a:r>
            <a:b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AWS RDS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Database for logs &amp; metadata</a:t>
            </a:r>
            <a:endParaRPr lang="en-US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📐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Development Stack</a:t>
            </a:r>
            <a:b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Django (Backend)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API for AI model interaction</a:t>
            </a:r>
            <a:b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ReactJS (Frontend)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Interactive UI for floor plan visualization</a:t>
            </a:r>
            <a:b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kern="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ezdxf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– CAD format support for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AutoCAD exports</a:t>
            </a:r>
          </a:p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 </a:t>
            </a:r>
            <a:r>
              <a:rPr lang="en-US" sz="2000" b="1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Database</a:t>
            </a:r>
            <a:r>
              <a:rPr lang="en-US" sz="20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: </a:t>
            </a:r>
            <a:r>
              <a:rPr lang="en-US" sz="20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PostgreSQL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0C9FF-2910-DE1B-CA79-4508D7D8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Dataset Development</a:t>
            </a:r>
            <a:endParaRPr lang="en-US" sz="4000" kern="120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2FC02-8531-DF74-F917-EFCF84ABF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8284" y="1879787"/>
            <a:ext cx="10976633" cy="46645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effectLst/>
              </a:rPr>
              <a:t>🔹 No Existing Dataset → Created Our Own!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	✅ Manually created 200+ floor plans in Visio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	✅ Labeled metadata for architectural correctness</a:t>
            </a:r>
            <a:br>
              <a:rPr lang="en-US" sz="2400" dirty="0">
                <a:effectLst/>
              </a:rPr>
            </a:br>
            <a:r>
              <a:rPr lang="en-US" sz="2400" dirty="0">
                <a:effectLst/>
              </a:rPr>
              <a:t>	✅ Exported in PDF, PNG, DXF formats</a:t>
            </a:r>
            <a:endParaRPr lang="en-US" sz="2400" dirty="0">
              <a:effectLst/>
              <a:ea typeface="Calibri"/>
              <a:cs typeface="Calibri"/>
            </a:endParaRP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b="1" dirty="0">
                <a:effectLst/>
              </a:rPr>
              <a:t>🔹 Data Preprocessing</a:t>
            </a:r>
            <a:r>
              <a:rPr lang="en-US" sz="2400" dirty="0">
                <a:effectLst/>
              </a:rPr>
              <a:t> 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571500" lvl="1" indent="-342900">
              <a:spcBef>
                <a:spcPts val="0"/>
              </a:spcBef>
              <a:spcAft>
                <a:spcPts val="800"/>
              </a:spcAft>
              <a:buFont typeface="Wingdings" panose="020B0604020202020204" pitchFamily="34" charset="0"/>
              <a:buChar char="ü"/>
            </a:pPr>
            <a:r>
              <a:rPr lang="en-US" b="1" dirty="0">
                <a:effectLst/>
              </a:rPr>
              <a:t>Resizing &amp; Normalization</a:t>
            </a:r>
            <a:r>
              <a:rPr lang="en-US" dirty="0">
                <a:effectLst/>
              </a:rPr>
              <a:t> → Standardized image </a:t>
            </a:r>
            <a:r>
              <a:rPr lang="en-US" dirty="0"/>
              <a:t>sizes</a:t>
            </a:r>
            <a:endParaRPr lang="en-US" dirty="0">
              <a:ea typeface="Calibri"/>
              <a:cs typeface="Calibri"/>
            </a:endParaRPr>
          </a:p>
          <a:p>
            <a:pPr marL="571500" marR="0" lvl="1" indent="-342900">
              <a:spcBef>
                <a:spcPts val="0"/>
              </a:spcBef>
              <a:spcAft>
                <a:spcPts val="800"/>
              </a:spcAft>
              <a:buFont typeface="Wingdings" panose="020B0604020202020204" pitchFamily="34" charset="0"/>
              <a:buChar char="ü"/>
            </a:pPr>
            <a:r>
              <a:rPr lang="en-US" b="1" dirty="0"/>
              <a:t>Feature</a:t>
            </a:r>
            <a:r>
              <a:rPr lang="en-US" b="1" dirty="0">
                <a:effectLst/>
              </a:rPr>
              <a:t> Extraction (OpenCV)</a:t>
            </a:r>
            <a:r>
              <a:rPr lang="en-US" dirty="0">
                <a:effectLst/>
              </a:rPr>
              <a:t> → Edge detection &amp; object segmentation</a:t>
            </a:r>
            <a:br>
              <a:rPr lang="en-US" dirty="0">
                <a:effectLst/>
              </a:rPr>
            </a:br>
            <a:endParaRPr lang="en-US" sz="2000" dirty="0">
              <a:effectLst/>
              <a:ea typeface="Calibri"/>
              <a:cs typeface="Calibri"/>
            </a:endParaRP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dirty="0">
                <a:effectLst/>
              </a:rPr>
              <a:t>🎯 </a:t>
            </a:r>
            <a:r>
              <a:rPr lang="en-US" sz="2400" i="1" dirty="0">
                <a:effectLst/>
              </a:rPr>
              <a:t>Ensured diverse training data for AI model accuracy.</a:t>
            </a:r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929504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Isosceles Triangle 9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2EEA9C-8AF6-4171-8811-9AC66940E2C8}"/>
              </a:ext>
            </a:extLst>
          </p:cNvPr>
          <p:cNvSpPr txBox="1"/>
          <p:nvPr/>
        </p:nvSpPr>
        <p:spPr>
          <a:xfrm>
            <a:off x="4304074" y="297362"/>
            <a:ext cx="330000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Floor Plan</a:t>
            </a:r>
            <a:endParaRPr lang="en-PK" sz="4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228EE9-0462-4C68-9C01-B94D8C2C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38428" y="-657360"/>
            <a:ext cx="5049922" cy="906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4192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E0C9FF-2910-DE1B-CA79-4508D7D85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 b="1" kern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 Model Strategy</a:t>
            </a:r>
            <a:endParaRPr lang="en-US" sz="4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 Light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1BBF20-3CB4-472C-9643-6ECAB460C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7515" y="706244"/>
            <a:ext cx="6824747" cy="4913160"/>
          </a:xfrm>
        </p:spPr>
        <p:txBody>
          <a:bodyPr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S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Why CGANs? (Conditional GANs)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Generates floor plans dynamically based on user input.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Captures architectural constraints (room size, spacing).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🎯</a:t>
            </a:r>
            <a:r>
              <a:rPr lang="en-US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Why CNNs? (Convolutional Neural Networks)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Validates structural accuracy (no overlaps, correct spacing).</a:t>
            </a:r>
            <a:endParaRPr lang="en-US" sz="18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Ensures real-world architectural feasibility.</a:t>
            </a: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📌</a:t>
            </a:r>
            <a:r>
              <a:rPr lang="en-US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Training Workflow</a:t>
            </a:r>
            <a:r>
              <a:rPr lang="en-US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Train CGANs</a:t>
            </a:r>
            <a:r>
              <a:rPr lang="en-US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to generate realistic floor plans.</a:t>
            </a:r>
            <a:endParaRPr lang="en-US" sz="1800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Train CNNs</a:t>
            </a:r>
            <a:r>
              <a:rPr lang="en-US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to validate floor plan correctness.</a:t>
            </a:r>
            <a:endParaRPr lang="en-US" sz="1800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Feedback Loop:</a:t>
            </a:r>
            <a:r>
              <a:rPr lang="en-US" sz="18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Refine based on AI mistakes.</a:t>
            </a:r>
            <a:endParaRPr lang="en-US" sz="18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endParaRPr lang="en-US" sz="16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09168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146DE-3631-D03A-6E10-AFB8ADB62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C82F6-2B5B-E878-3516-353D35799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203" y="1443390"/>
            <a:ext cx="3268216" cy="34058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Current Achievements</a:t>
            </a:r>
            <a:endParaRPr lang="en-US" sz="4200" kern="120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51136111-E8DE-F54E-3FAB-D7FB0A57A0B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89304" y="1266614"/>
            <a:ext cx="5769224" cy="49598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q"/>
            </a:pPr>
            <a:r>
              <a:rPr lang="en-US" sz="2400" dirty="0"/>
              <a:t>200+ manually created </a:t>
            </a:r>
            <a:r>
              <a:rPr kumimoji="0" lang="en-US" sz="2400" i="0" u="none" strike="noStrike" cap="none" normalizeH="0" baseline="0" dirty="0">
                <a:ln>
                  <a:noFill/>
                </a:ln>
                <a:effectLst/>
              </a:rPr>
              <a:t>floor plans in </a:t>
            </a:r>
            <a:r>
              <a:rPr lang="en-US" sz="2400" dirty="0"/>
              <a:t>Visio</a:t>
            </a:r>
            <a:endParaRPr lang="en-US" sz="24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q"/>
            </a:pPr>
            <a:r>
              <a:rPr lang="en-US" sz="2400" dirty="0"/>
              <a:t>Data Preprocess and Label Data</a:t>
            </a:r>
            <a:endParaRPr lang="en-US" sz="24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q"/>
            </a:pPr>
            <a:r>
              <a:rPr lang="en-US" sz="2400" dirty="0"/>
              <a:t>Normalized the Dataset</a:t>
            </a:r>
            <a:endParaRPr lang="en-US" sz="24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q"/>
            </a:pPr>
            <a:r>
              <a:rPr lang="en-US" sz="2400" dirty="0"/>
              <a:t>Data Augmentation</a:t>
            </a:r>
            <a:endParaRPr lang="en-US" sz="24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q"/>
            </a:pPr>
            <a:r>
              <a:rPr lang="en-US" sz="2400" dirty="0"/>
              <a:t>Develop Frontend </a:t>
            </a:r>
            <a:endParaRPr lang="en-US" sz="24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q"/>
            </a:pPr>
            <a:r>
              <a:rPr lang="en-US" sz="2400" dirty="0"/>
              <a:t>Finalize tools and technologies</a:t>
            </a:r>
            <a:endParaRPr lang="en-US" sz="2400" dirty="0">
              <a:ea typeface="Calibri"/>
              <a:cs typeface="Calibri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20B0604020202020204" pitchFamily="34" charset="0"/>
              <a:buChar char="q"/>
            </a:pPr>
            <a:r>
              <a:rPr lang="en-US" sz="2400" dirty="0"/>
              <a:t>Model Selection</a:t>
            </a:r>
            <a:endParaRPr lang="en-US" sz="2400" i="0" u="none" strike="noStrike" cap="none" normalizeH="0" baseline="0" dirty="0">
              <a:ln>
                <a:noFill/>
              </a:ln>
              <a:effectLst/>
              <a:ea typeface="Calibri"/>
              <a:cs typeface="Calibri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Font typeface="Wingdings" panose="020B0604020202020204" pitchFamily="34" charset="0"/>
              <a:buChar char="q"/>
            </a:pPr>
            <a:endParaRPr lang="en-US" sz="2400" i="0" u="none" strike="noStrike" cap="none" normalizeH="0" baseline="0" dirty="0">
              <a:ln>
                <a:noFill/>
              </a:ln>
              <a:effectLst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153492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628" y="152400"/>
            <a:ext cx="6147816" cy="1000365"/>
          </a:xfrm>
        </p:spPr>
        <p:txBody>
          <a:bodyPr>
            <a:normAutofit/>
          </a:bodyPr>
          <a:lstStyle/>
          <a:p>
            <a:r>
              <a:rPr lang="en-US" sz="4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Interface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7A8040-0CFA-411C-85DB-4BAEAC09FA29}"/>
              </a:ext>
            </a:extLst>
          </p:cNvPr>
          <p:cNvSpPr/>
          <p:nvPr/>
        </p:nvSpPr>
        <p:spPr>
          <a:xfrm>
            <a:off x="1518249" y="1828800"/>
            <a:ext cx="491706" cy="5175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3074" name="Picture 4">
            <a:extLst>
              <a:ext uri="{FF2B5EF4-FFF2-40B4-BE49-F238E27FC236}">
                <a16:creationId xmlns:a16="http://schemas.microsoft.com/office/drawing/2014/main" id="{09D068D1-A829-466A-AD60-E306C16195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4" y="1299411"/>
            <a:ext cx="12112135" cy="5438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11063-2055-1AD8-4BB8-DC98181B7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4957" y="6168462"/>
            <a:ext cx="5868443" cy="56345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https://mazharrehan.github.io/FYP-FloorPlanGenerator/</a:t>
            </a:r>
            <a:endParaRPr lang="en-US" dirty="0">
              <a:solidFill>
                <a:srgbClr val="0070C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5888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Challenges &amp; Solutions</a:t>
            </a:r>
            <a:endParaRPr lang="en-US" sz="4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2147A2F-2C80-44DB-BC48-17F1887CE2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3079323"/>
              </p:ext>
            </p:extLst>
          </p:nvPr>
        </p:nvGraphicFramePr>
        <p:xfrm>
          <a:off x="904602" y="3020391"/>
          <a:ext cx="10378441" cy="32041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35171">
                  <a:extLst>
                    <a:ext uri="{9D8B030D-6E8A-4147-A177-3AD203B41FA5}">
                      <a16:colId xmlns:a16="http://schemas.microsoft.com/office/drawing/2014/main" val="3310934315"/>
                    </a:ext>
                  </a:extLst>
                </a:gridCol>
                <a:gridCol w="5243270">
                  <a:extLst>
                    <a:ext uri="{9D8B030D-6E8A-4147-A177-3AD203B41FA5}">
                      <a16:colId xmlns:a16="http://schemas.microsoft.com/office/drawing/2014/main" val="272082671"/>
                    </a:ext>
                  </a:extLst>
                </a:gridCol>
              </a:tblGrid>
              <a:tr h="4742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kern="0">
                          <a:effectLst/>
                        </a:rPr>
                        <a:t>Challenge</a:t>
                      </a:r>
                      <a:endParaRPr lang="en-US" sz="23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12" marR="13512" marT="13512" marB="13512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kern="0">
                          <a:effectLst/>
                        </a:rPr>
                        <a:t>Solution Implemented</a:t>
                      </a:r>
                      <a:endParaRPr lang="en-US" sz="23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12" marR="13512" marT="13512" marB="13512" anchor="ctr"/>
                </a:tc>
                <a:extLst>
                  <a:ext uri="{0D108BD9-81ED-4DB2-BD59-A6C34878D82A}">
                    <a16:rowId xmlns:a16="http://schemas.microsoft.com/office/drawing/2014/main" val="4174821998"/>
                  </a:ext>
                </a:extLst>
              </a:tr>
              <a:tr h="4742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kern="0">
                          <a:effectLst/>
                        </a:rPr>
                        <a:t>No existing dataset</a:t>
                      </a:r>
                      <a:endParaRPr lang="en-US" sz="23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12" marR="13512" marT="13512" marB="1351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kern="0">
                          <a:effectLst/>
                        </a:rPr>
                        <a:t>Manually created 200+ floor plans</a:t>
                      </a:r>
                      <a:endParaRPr lang="en-US" sz="23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12" marR="13512" marT="13512" marB="13512" anchor="ctr"/>
                </a:tc>
                <a:extLst>
                  <a:ext uri="{0D108BD9-81ED-4DB2-BD59-A6C34878D82A}">
                    <a16:rowId xmlns:a16="http://schemas.microsoft.com/office/drawing/2014/main" val="3634241185"/>
                  </a:ext>
                </a:extLst>
              </a:tr>
              <a:tr h="8906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kern="0" dirty="0">
                          <a:effectLst/>
                        </a:rPr>
                        <a:t>CGAN model instability</a:t>
                      </a:r>
                      <a:endParaRPr lang="en-US" sz="2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12" marR="13512" marT="13512" marB="1351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kern="0">
                          <a:effectLst/>
                        </a:rPr>
                        <a:t>Optimized loss function &amp; hyperparameters</a:t>
                      </a:r>
                      <a:endParaRPr lang="en-US" sz="23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12" marR="13512" marT="13512" marB="13512" anchor="ctr"/>
                </a:tc>
                <a:extLst>
                  <a:ext uri="{0D108BD9-81ED-4DB2-BD59-A6C34878D82A}">
                    <a16:rowId xmlns:a16="http://schemas.microsoft.com/office/drawing/2014/main" val="3709215035"/>
                  </a:ext>
                </a:extLst>
              </a:tr>
              <a:tr h="4742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kern="0">
                          <a:effectLst/>
                        </a:rPr>
                        <a:t>Ensuring real-time AI performance</a:t>
                      </a:r>
                      <a:endParaRPr lang="en-US" sz="23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12" marR="13512" marT="13512" marB="1351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kern="0">
                          <a:effectLst/>
                        </a:rPr>
                        <a:t>Deployed cloud-based AI inference</a:t>
                      </a:r>
                      <a:endParaRPr lang="en-US" sz="23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12" marR="13512" marT="13512" marB="13512" anchor="ctr"/>
                </a:tc>
                <a:extLst>
                  <a:ext uri="{0D108BD9-81ED-4DB2-BD59-A6C34878D82A}">
                    <a16:rowId xmlns:a16="http://schemas.microsoft.com/office/drawing/2014/main" val="1073204327"/>
                  </a:ext>
                </a:extLst>
              </a:tr>
              <a:tr h="8906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kern="0">
                          <a:effectLst/>
                        </a:rPr>
                        <a:t>CAD export compatibility</a:t>
                      </a:r>
                      <a:endParaRPr lang="en-US" sz="23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12" marR="13512" marT="13512" marB="1351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kern="0" dirty="0">
                          <a:effectLst/>
                        </a:rPr>
                        <a:t>Integrated </a:t>
                      </a:r>
                      <a:r>
                        <a:rPr lang="en-US" sz="2600" kern="0" dirty="0" err="1">
                          <a:effectLst/>
                        </a:rPr>
                        <a:t>ezdxf</a:t>
                      </a:r>
                      <a:r>
                        <a:rPr lang="en-US" sz="2600" kern="0" dirty="0">
                          <a:effectLst/>
                        </a:rPr>
                        <a:t> for seamless DXF conversion</a:t>
                      </a:r>
                      <a:endParaRPr lang="en-US" sz="23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512" marR="13512" marT="13512" marB="13512" anchor="ctr"/>
                </a:tc>
                <a:extLst>
                  <a:ext uri="{0D108BD9-81ED-4DB2-BD59-A6C34878D82A}">
                    <a16:rowId xmlns:a16="http://schemas.microsoft.com/office/drawing/2014/main" val="4021949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40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Enhancements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4ED7EBC-D987-4E2B-A196-60E0183517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Expand dataset to </a:t>
            </a:r>
            <a:r>
              <a:rPr lang="en-US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500+ floor plans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Train CGANs for </a:t>
            </a:r>
            <a:r>
              <a:rPr lang="en-US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multi-story buildings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Develop </a:t>
            </a:r>
            <a:r>
              <a:rPr lang="en-US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API integration for CAD software compatibility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✅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Improve </a:t>
            </a:r>
            <a:r>
              <a:rPr lang="en-US" sz="24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AI model self-learning with reinforcement techniques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Deploy complete system</a:t>
            </a: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800"/>
              </a:spcAft>
            </a:pPr>
            <a:r>
              <a:rPr lang="en-US" sz="2400" kern="0" dirty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🚀</a:t>
            </a:r>
            <a:r>
              <a:rPr lang="en-US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"Our system is evolving into a fully functional AI-driven design platform."</a:t>
            </a: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B1C564-63E9-D5C4-43C5-DDF6E221B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5A5ABE7-196B-4756-9273-EC9441A584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9304" y="2902913"/>
            <a:ext cx="9849751" cy="30321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🎯 </a:t>
            </a:r>
            <a:r>
              <a:rPr lang="en-US" sz="2000" b="1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Key Takeaways</a:t>
            </a:r>
            <a:b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✔</a:t>
            </a: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AI-driven system generates real-time dynamic floor plans.</a:t>
            </a:r>
            <a:b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✔</a:t>
            </a: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Trained AI models (CGANs, CNNs) ensure correctness.</a:t>
            </a:r>
            <a:b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✔</a:t>
            </a: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Cloud-hosted deployment ensures fast, scalable performance.</a:t>
            </a:r>
            <a:b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✔</a:t>
            </a: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Seamless integration with CAD tools for professional usability.</a:t>
            </a:r>
            <a:b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kern="0">
                <a:effectLst/>
                <a:ea typeface="Times New Roman" panose="02020603050405020304" pitchFamily="18" charset="0"/>
                <a:cs typeface="Segoe UI Emoji" panose="020B0502040204020203" pitchFamily="34" charset="0"/>
              </a:rPr>
              <a:t>✔</a:t>
            </a: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Strong roadmap for multi-story, &amp; API support.</a:t>
            </a:r>
            <a:endParaRPr lang="en-US" sz="20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🌟 </a:t>
            </a:r>
            <a:r>
              <a:rPr lang="en-US" sz="2000" b="1" kern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Final Vision:</a:t>
            </a:r>
            <a:b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i="1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"To create an AI-powered architectural design assistant that transforms real estate planning."</a:t>
            </a:r>
            <a:endParaRPr lang="en-US" sz="2000" kern="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126815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</TotalTime>
  <Words>719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Advanced AI-Driven Architectural Design System for Dynamic Floor Plan Generation</vt:lpstr>
      <vt:lpstr>Problem Statement</vt:lpstr>
      <vt:lpstr>Objectives &amp; Scope</vt:lpstr>
      <vt:lpstr>System Architecture</vt:lpstr>
      <vt:lpstr>High-Level Context Diagram</vt:lpstr>
      <vt:lpstr>Technical Architecture</vt:lpstr>
      <vt:lpstr>Dataset Development</vt:lpstr>
      <vt:lpstr>PowerPoint Presentation</vt:lpstr>
      <vt:lpstr>AI Model Strategy</vt:lpstr>
      <vt:lpstr>Current Achievements</vt:lpstr>
      <vt:lpstr>User Interface</vt:lpstr>
      <vt:lpstr>Challenges &amp; Solutions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Zain Bin Emran</dc:creator>
  <cp:keywords/>
  <dc:description>generated using python-pptx</dc:description>
  <cp:lastModifiedBy>Mazhar Rehan</cp:lastModifiedBy>
  <cp:revision>743</cp:revision>
  <dcterms:created xsi:type="dcterms:W3CDTF">2013-01-27T09:14:16Z</dcterms:created>
  <dcterms:modified xsi:type="dcterms:W3CDTF">2025-02-01T04:34:38Z</dcterms:modified>
  <cp:category/>
</cp:coreProperties>
</file>